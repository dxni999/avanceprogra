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87cd601ed6e4889" /><Relationship Type="http://schemas.openxmlformats.org/officeDocument/2006/relationships/extended-properties" Target="/docProps/app.xml" Id="R25ad75ff3138442f" /><Relationship Type="http://schemas.openxmlformats.org/officeDocument/2006/relationships/officeDocument" Target="/ppt/presentation.xml" Id="R58dea05aa6d243ca" /></Relationships>
</file>

<file path=ppt/presentation.xml><?xml version="1.0" encoding="utf-8"?>
<p:presentation xmlns:p="http://schemas.openxmlformats.org/presentationml/2006/main">
  <p:sldMasterIdLst>
    <p:sldMasterId xmlns:r="http://schemas.openxmlformats.org/officeDocument/2006/relationships" id="2147483648" r:id="R445c424bf6594143"/>
  </p:sldMasterIdLst>
  <p:notesMasterIdLst>
    <p:notesMasterId xmlns:r="http://schemas.openxmlformats.org/officeDocument/2006/relationships" r:id="R828899608fb44b57"/>
  </p:notesMasterIdLst>
  <p:sldIdLst>
    <p:sldId xmlns:r="http://schemas.openxmlformats.org/officeDocument/2006/relationships" id="256" r:id="R4285ebf0e5b24f06"/>
    <p:sldId xmlns:r="http://schemas.openxmlformats.org/officeDocument/2006/relationships" id="257" r:id="R2dfd61af009c46a6"/>
    <p:sldId xmlns:r="http://schemas.openxmlformats.org/officeDocument/2006/relationships" id="258" r:id="R93e821adfd0446b3"/>
    <p:sldId xmlns:r="http://schemas.openxmlformats.org/officeDocument/2006/relationships" id="259" r:id="R1d6e7e918f5849ef"/>
    <p:sldId xmlns:r="http://schemas.openxmlformats.org/officeDocument/2006/relationships" id="260" r:id="R0a69cb61971c4025"/>
    <p:sldId xmlns:r="http://schemas.openxmlformats.org/officeDocument/2006/relationships" id="261" r:id="R90971be44fdb4f2d"/>
    <p:sldId xmlns:r="http://schemas.openxmlformats.org/officeDocument/2006/relationships" id="262" r:id="R24a6093e65224957"/>
    <p:sldId xmlns:r="http://schemas.openxmlformats.org/officeDocument/2006/relationships" id="263" r:id="Rc313b81223164680"/>
    <p:sldId xmlns:r="http://schemas.openxmlformats.org/officeDocument/2006/relationships" id="264" r:id="R37c4cfa65e994dda"/>
    <p:sldId xmlns:r="http://schemas.openxmlformats.org/officeDocument/2006/relationships" id="265" r:id="Rd0fe48a3aba249d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d73881a9085415a" /><Relationship Type="http://schemas.openxmlformats.org/officeDocument/2006/relationships/slideMaster" Target="/ppt/slideMasters/slideMaster1.xml" Id="R445c424bf6594143" /><Relationship Type="http://schemas.openxmlformats.org/officeDocument/2006/relationships/notesMaster" Target="/ppt/notesMasters/notesMaster1.xml" Id="R828899608fb44b57" /><Relationship Type="http://schemas.openxmlformats.org/officeDocument/2006/relationships/presProps" Target="/ppt/presProps.xml" Id="R501d2533c99545ab" /><Relationship Type="http://schemas.openxmlformats.org/officeDocument/2006/relationships/tableStyles" Target="/ppt/tableStyles.xml" Id="R558f82e0acab4b13" /><Relationship Type="http://schemas.openxmlformats.org/officeDocument/2006/relationships/slide" Target="/ppt/slides/slide1.xml" Id="R4285ebf0e5b24f06" /><Relationship Type="http://schemas.openxmlformats.org/officeDocument/2006/relationships/slide" Target="/ppt/slides/slide2.xml" Id="R2dfd61af009c46a6" /><Relationship Type="http://schemas.openxmlformats.org/officeDocument/2006/relationships/slide" Target="/ppt/slides/slide3.xml" Id="R93e821adfd0446b3" /><Relationship Type="http://schemas.openxmlformats.org/officeDocument/2006/relationships/slide" Target="/ppt/slides/slide4.xml" Id="R1d6e7e918f5849ef" /><Relationship Type="http://schemas.openxmlformats.org/officeDocument/2006/relationships/slide" Target="/ppt/slides/slide5.xml" Id="R0a69cb61971c4025" /><Relationship Type="http://schemas.openxmlformats.org/officeDocument/2006/relationships/slide" Target="/ppt/slides/slide6.xml" Id="R90971be44fdb4f2d" /><Relationship Type="http://schemas.openxmlformats.org/officeDocument/2006/relationships/slide" Target="/ppt/slides/slide7.xml" Id="R24a6093e65224957" /><Relationship Type="http://schemas.openxmlformats.org/officeDocument/2006/relationships/slide" Target="/ppt/slides/slide8.xml" Id="Rc313b81223164680" /><Relationship Type="http://schemas.openxmlformats.org/officeDocument/2006/relationships/slide" Target="/ppt/slides/slide9.xml" Id="R37c4cfa65e994dda" /><Relationship Type="http://schemas.openxmlformats.org/officeDocument/2006/relationships/slide" Target="/ppt/slides/slide10.xml" Id="Rd0fe48a3aba249d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f00f8eed898463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48359d4b2b6438a" /><Relationship Type="http://schemas.openxmlformats.org/officeDocument/2006/relationships/notesMaster" Target="/ppt/notesMasters/notesMaster1.xml" Id="Ra233000b81254492" /></Relationships>
</file>

<file path=ppt/notesSlides/_rels/notesSlide2.xml.rels>&#65279;<?xml version="1.0" encoding="utf-8"?><Relationships xmlns="http://schemas.openxmlformats.org/package/2006/relationships"><Relationship Type="http://schemas.openxmlformats.org/officeDocument/2006/relationships/slide" Target="/ppt/slides/slide2.xml" Id="R9b0c6cabd73b480d" /><Relationship Type="http://schemas.openxmlformats.org/officeDocument/2006/relationships/notesMaster" Target="/ppt/notesMasters/notesMaster1.xml" Id="Raba0652ccfde4153" /></Relationships>
</file>

<file path=ppt/notesSlides/_rels/notesSlide3.xml.rels>&#65279;<?xml version="1.0" encoding="utf-8"?><Relationships xmlns="http://schemas.openxmlformats.org/package/2006/relationships"><Relationship Type="http://schemas.openxmlformats.org/officeDocument/2006/relationships/slide" Target="/ppt/slides/slide3.xml" Id="R23c946222f4a4441" /><Relationship Type="http://schemas.openxmlformats.org/officeDocument/2006/relationships/notesMaster" Target="/ppt/notesMasters/notesMaster1.xml" Id="R34a73af20a414209" /></Relationships>
</file>

<file path=ppt/notesSlides/_rels/notesSlide4.xml.rels>&#65279;<?xml version="1.0" encoding="utf-8"?><Relationships xmlns="http://schemas.openxmlformats.org/package/2006/relationships"><Relationship Type="http://schemas.openxmlformats.org/officeDocument/2006/relationships/slide" Target="/ppt/slides/slide4.xml" Id="R0221f7db560f4e84" /><Relationship Type="http://schemas.openxmlformats.org/officeDocument/2006/relationships/notesMaster" Target="/ppt/notesMasters/notesMaster1.xml" Id="Rdc5c7b89f9a241fb" /></Relationships>
</file>

<file path=ppt/notesSlides/_rels/notesSlide5.xml.rels>&#65279;<?xml version="1.0" encoding="utf-8"?><Relationships xmlns="http://schemas.openxmlformats.org/package/2006/relationships"><Relationship Type="http://schemas.openxmlformats.org/officeDocument/2006/relationships/slide" Target="/ppt/slides/slide5.xml" Id="R89cc4d53c7d24fc7" /><Relationship Type="http://schemas.openxmlformats.org/officeDocument/2006/relationships/notesMaster" Target="/ppt/notesMasters/notesMaster1.xml" Id="R3fe3d8fe2d99490c" /></Relationships>
</file>

<file path=ppt/notesSlides/_rels/notesSlide6.xml.rels>&#65279;<?xml version="1.0" encoding="utf-8"?><Relationships xmlns="http://schemas.openxmlformats.org/package/2006/relationships"><Relationship Type="http://schemas.openxmlformats.org/officeDocument/2006/relationships/slide" Target="/ppt/slides/slide6.xml" Id="R0299d2a6c4f348ab" /><Relationship Type="http://schemas.openxmlformats.org/officeDocument/2006/relationships/notesMaster" Target="/ppt/notesMasters/notesMaster1.xml" Id="Reaedebd1fa1546b9" /></Relationships>
</file>

<file path=ppt/notesSlides/_rels/notesSlide7.xml.rels>&#65279;<?xml version="1.0" encoding="utf-8"?><Relationships xmlns="http://schemas.openxmlformats.org/package/2006/relationships"><Relationship Type="http://schemas.openxmlformats.org/officeDocument/2006/relationships/slide" Target="/ppt/slides/slide7.xml" Id="R914fd32b3a764427" /><Relationship Type="http://schemas.openxmlformats.org/officeDocument/2006/relationships/notesMaster" Target="/ppt/notesMasters/notesMaster1.xml" Id="Rd7a7d7474cdb4198" /></Relationships>
</file>

<file path=ppt/notesSlides/_rels/notesSlide8.xml.rels>&#65279;<?xml version="1.0" encoding="utf-8"?><Relationships xmlns="http://schemas.openxmlformats.org/package/2006/relationships"><Relationship Type="http://schemas.openxmlformats.org/officeDocument/2006/relationships/slide" Target="/ppt/slides/slide8.xml" Id="Rc03da9bfb8d4497b" /><Relationship Type="http://schemas.openxmlformats.org/officeDocument/2006/relationships/notesMaster" Target="/ppt/notesMasters/notesMaster1.xml" Id="Rad0ca4ad1f7e49f7" /></Relationships>
</file>

<file path=ppt/notesSlides/_rels/notesSlide9.xml.rels>&#65279;<?xml version="1.0" encoding="utf-8"?><Relationships xmlns="http://schemas.openxmlformats.org/package/2006/relationships"><Relationship Type="http://schemas.openxmlformats.org/officeDocument/2006/relationships/slide" Target="/ppt/slides/slide9.xml" Id="R3455a43b26184111" /><Relationship Type="http://schemas.openxmlformats.org/officeDocument/2006/relationships/notesMaster" Target="/ppt/notesMasters/notesMaster1.xml" Id="Rc1b09fb93fb845d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e8edaa92b3b433f" /><Relationship Type="http://schemas.openxmlformats.org/officeDocument/2006/relationships/notesMaster" Target="/ppt/notesMasters/notesMaster1.xml" Id="R86b8c74a8a58407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Expositor: Daniel. Tiempo: 30 segundos.</a:t>
            </a:r>
          </a:p>
          <a:p xmlns:a="http://schemas.openxmlformats.org/drawingml/2006/main">
            <a:r>
              <a:t/>
            </a:r>
          </a:p>
          <a:p xmlns:a="http://schemas.openxmlformats.org/drawingml/2006/main">
            <a:r>
              <a:t>Presentamos el Progreso 1 del proyecto Dizeo. El problema es coordinar actividades y trabajadores entre obras. Esta entrega formula el problema, define cinco módulos y el UML, compara dos alternativas de estructuras de datos y selecciona una para la implementación de Progreso 2.</a:t>
            </a:r>
          </a:p>
          <a:p xmlns:a="http://schemas.openxmlformats.org/drawingml/2006/main">
            <a:r>
              <a:t/>
            </a:r>
          </a:p>
          <a:p xmlns:a="http://schemas.openxmlformats.org/drawingml/2006/main">
            <a:r>
              <a:t>Fuentes APA 7</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Expositor: Daniel. Tiempo: 70 segundos.</a:t>
            </a:r>
          </a:p>
          <a:p xmlns:a="http://schemas.openxmlformats.org/drawingml/2006/main">
            <a:r>
              <a:t/>
            </a:r>
          </a:p>
          <a:p xmlns:a="http://schemas.openxmlformats.org/drawingml/2006/main">
            <a:r>
              <a:t>Según la información aportada por el equipo, Dizeo registra sus asignaciones en Excel. Las cantidades corresponden al alcance académico del proyecto. No se dispone de un incidente concreto confirmado. El caso reúne varias obras que comparten trabajadores. El problema consiste en distribuir actividades considerando al mismo tiempo la especialidad, la jornada, las asignaciones previas y la urgencia. La información dispersa puede producir dobles asignaciones o dejar actividades sin responsable. Durdyev y Hosseini relacionan retrasos en construcción con problemas de coordinación, comunicación y planificación. Gómez Sánchez y colaboradores explican que varios proyectos deben distribuir recursos limitados. Hendrickson destaca que el calendario necesita actualizarse al cambiar las actividades. Ballard estudia la fiabilidad de la planificación y la coordinación entre especialistas. Estas fuentes sustentan el problema. El administrador consulta compromisos, el supervisor organiza el trabajo y los trabajadores ejecutan las actividades. Los clientes se ven afectados por las fechas de entrega. El informe desarrolla este contexto antes de proponer estructuras de datos.</a:t>
            </a:r>
          </a:p>
          <a:p xmlns:a="http://schemas.openxmlformats.org/drawingml/2006/main">
            <a:r>
              <a:t/>
            </a:r>
          </a:p>
          <a:p xmlns:a="http://schemas.openxmlformats.org/drawingml/2006/main">
            <a:r>
              <a:t>Fuentes APA 7</a:t>
            </a:r>
          </a:p>
          <a:p xmlns:a="http://schemas.openxmlformats.org/drawingml/2006/main">
            <a:r>
              <a:t>Ballard, H. G. (2000). The last planner system of production control [Tesis doctoral, University of Birmingham]. UBIRA ETheses. https://etheses.bham.ac.uk/id/eprint/4789/</a:t>
            </a:r>
          </a:p>
          <a:p xmlns:a="http://schemas.openxmlformats.org/drawingml/2006/main">
            <a:r>
              <a:t/>
            </a:r>
          </a:p>
          <a:p xmlns:a="http://schemas.openxmlformats.org/drawingml/2006/main">
            <a:r>
              <a:t>Durdyev, S., &amp; Hosseini, M. R. (2020). Causes of delays on construction projects: A comprehensive list. International Journal of Managing Projects in Business, 13(1), 20–46. https://doi.org/10.1108/IJMPB-09-2018-0178</a:t>
            </a:r>
          </a:p>
          <a:p xmlns:a="http://schemas.openxmlformats.org/drawingml/2006/main">
            <a:r>
              <a:t/>
            </a:r>
          </a:p>
          <a:p xmlns:a="http://schemas.openxmlformats.org/drawingml/2006/main">
            <a:r>
              <a:t>Gómez Sánchez, M., Lalla-Ruiz, E., Fernández Gil, A., Castro, C., &amp; Voß, S. (2023). Resource-constrained multi-project scheduling problem: A survey. European Journal of Operational Research, 309(3), 958–976. https://doi.org/10.1016/j.ejor.2022.09.033</a:t>
            </a:r>
          </a:p>
          <a:p xmlns:a="http://schemas.openxmlformats.org/drawingml/2006/main">
            <a:r>
              <a:t/>
            </a:r>
          </a:p>
          <a:p xmlns:a="http://schemas.openxmlformats.org/drawingml/2006/main">
            <a:r>
              <a:t>Hendrickson, C. (2008). Project management for construction: Fundamental concepts for owners, engineers, architects and builders (versión 2.2, cap. 11). Carnegie Mellon University. https://www.cmu.edu/cee/projects/PMbook/11_Advanced_Scheduling_Techniques.html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Expositor: Esteban. Tiempo: 60 segundos.</a:t>
            </a:r>
          </a:p>
          <a:p xmlns:a="http://schemas.openxmlformats.org/drawingml/2006/main">
            <a:r>
              <a:t/>
            </a:r>
          </a:p>
          <a:p xmlns:a="http://schemas.openxmlformats.org/drawingml/2006/main">
            <a:r>
              <a:t>El equipo fija para este avance un alcance académico de cinco obras, veinte trabajadores, cien actividades y cinco usuarios. Los usuarios organizan o consultan la información; no representan a todos los trabajadores. Medimos actividades pendientes y terminadas, horas asignadas, cruces y avance. La especialidad, el estado y la prioridad son variables cualitativas. El horario final debe ser posterior al inicial y ambos deben estar dentro de la jornada. Un trabajador no puede tener asignaciones activas que se superpongan. Primero se atiende prioridad alta, después media y luego baja. Los empates se resuelven por fecha límite más próxima y código. La prioridad no permite ignorar las restricciones del trabajador. El avance de una obra es un promedio simple: todas las actividades tienen el mismo peso, aunque sean de distinto tamaño.</a:t>
            </a:r>
          </a:p>
          <a:p xmlns:a="http://schemas.openxmlformats.org/drawingml/2006/main">
            <a:r>
              <a:t/>
            </a:r>
          </a:p>
          <a:p xmlns:a="http://schemas.openxmlformats.org/drawingml/2006/main">
            <a:r>
              <a:t>Fuentes APA 7</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Expositor: Esteban. Tiempo: 60 segundos.</a:t>
            </a:r>
          </a:p>
          <a:p xmlns:a="http://schemas.openxmlformats.org/drawingml/2006/main">
            <a:r>
              <a:t/>
            </a:r>
          </a:p>
          <a:p xmlns:a="http://schemas.openxmlformats.org/drawingml/2006/main">
            <a:r>
              <a:t>Los módulos se relacionan alrededor de las actividades. Obras organiza los frentes de trabajo y sus tareas. Trabajadores permite buscar personal por código o especialidad y revisar la jornada. Actividades determina el orden de atención. Asignación relaciona una actividad con una persona y verifica sus horarios. Seguimiento registra el avance y permite identificar pendientes y vencimientos. Cada módulo contiene cuatro operaciones: además del registro de datos, hay búsqueda, filtrado, ordenamiento, priorización, asignación y cálculo. Daniel asume Obras y Seguimiento; Esteban, Trabajadores y Asignación; y Julián, Actividades y prioridades.</a:t>
            </a:r>
          </a:p>
          <a:p xmlns:a="http://schemas.openxmlformats.org/drawingml/2006/main">
            <a:r>
              <a:t/>
            </a:r>
          </a:p>
          <a:p xmlns:a="http://schemas.openxmlformats.org/drawingml/2006/main">
            <a:r>
              <a:t>Fuentes APA 7</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Expositor: Julián. Tiempo: 70 segundos.</a:t>
            </a:r>
          </a:p>
          <a:p xmlns:a="http://schemas.openxmlformats.org/drawingml/2006/main">
            <a:r>
              <a:t/>
            </a:r>
          </a:p>
          <a:p xmlns:a="http://schemas.openxmlformats.org/drawingml/2006/main">
            <a:r>
              <a:t>El UML tiene cinco clases de dominio y un servicio. Las multiplicidades están junto a sus extremos: una obra contiene varias actividades; cada asignación corresponde a una actividad, un trabajador y un usuario. Una actividad conserva como máximo una asignación activa. GestorPrioridades administra la cola y el comparador. Su operación cambiarPrioridad retira la actividad antes de modificarla y después la reinserta. El método de Actividad tiene visibilidad de paquete, indicada por el símbolo ~, y se invoca desde ese servicio. Así el cambio no deja una clave alterada dentro del heap. Las consultas ordenadas trabajan con copias. El informe y las dos vistas editables muestran los atributos y métodos tipados completos.</a:t>
            </a:r>
          </a:p>
          <a:p xmlns:a="http://schemas.openxmlformats.org/drawingml/2006/main">
            <a:r>
              <a:t/>
            </a:r>
          </a:p>
          <a:p xmlns:a="http://schemas.openxmlformats.org/drawingml/2006/main">
            <a:r>
              <a:t>Fuentes APA 7</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Expositor: Julián. Tiempo: 60 segundos.</a:t>
            </a:r>
          </a:p>
          <a:p xmlns:a="http://schemas.openxmlformats.org/drawingml/2006/main">
            <a:r>
              <a:t/>
            </a:r>
          </a:p>
          <a:p xmlns:a="http://schemas.openxmlformats.org/drawingml/2006/main">
            <a:r>
              <a:t>La alternativa A conserva listas y recorre sus elementos para buscar por código o elegir la próxima actividad. El listado completo se obtiene ordenando una copia. La alternativa B utiliza HashMap para consultar entidades por código y PriorityQueue para las actividades pendientes y sin asignación activa. El comparador aplica prioridad, fecha límite y código. peek consulta la cabecera sin retirarla y poll extrae la próxima actividad. En las dos alternativas las asignaciones se recorren para comprobar cruces. GestorPrioridades concentra las operaciones de la cola. La cola de prioridad no aplica únicamente el orden de llegada: usa el comparador. Sus iteradores no garantizan el orden, por lo que el listado completo necesita una copia y extracciones. Si cambia una prioridad, se retira el objeto antes de modificarlo y se vuelve a insertar.</a:t>
            </a:r>
          </a:p>
          <a:p xmlns:a="http://schemas.openxmlformats.org/drawingml/2006/main">
            <a:r>
              <a:t/>
            </a:r>
          </a:p>
          <a:p xmlns:a="http://schemas.openxmlformats.org/drawingml/2006/main">
            <a:r>
              <a:t>Fuentes APA 7</a:t>
            </a:r>
          </a:p>
          <a:p xmlns:a="http://schemas.openxmlformats.org/drawingml/2006/main">
            <a:r>
              <a:t>Oracle. (s. f.-a). HashMap (Java SE 21 &amp; JDK 21). https://docs.oracle.com/en/java/javase/21/docs/api/java.base/java/util/HashMap.html</a:t>
            </a:r>
          </a:p>
          <a:p xmlns:a="http://schemas.openxmlformats.org/drawingml/2006/main">
            <a:r>
              <a:t/>
            </a:r>
          </a:p>
          <a:p xmlns:a="http://schemas.openxmlformats.org/drawingml/2006/main">
            <a:r>
              <a:t>Oracle. (s. f.-b). PriorityQueue (Java SE 21 &amp; JDK 21). https://docs.oracle.com/en/java/javase/21/docs/api/java.base/java/util/PriorityQueue.html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Expositor: Julián. Tiempo: 60 segundos.</a:t>
            </a:r>
          </a:p>
          <a:p xmlns:a="http://schemas.openxmlformats.org/drawingml/2006/main">
            <a:r>
              <a:t/>
            </a:r>
          </a:p>
          <a:p xmlns:a="http://schemas.openxmlformats.org/drawingml/2006/main">
            <a:r>
              <a:t>La mejora de B se concentra en la búsqueda por código y en consultar o extraer la cabecera. Consultar alternativas ordenadas trabaja sobre una copia y cuesta O(q log q) y O(q) de espacio en ambas opciones. Retirar una seleccionada distinta de la cabecera cuesta O(q) con remove(objeto), no O(log q). Listar todo el orden y validar horarios mantienen sus costos. HashMap tiene costo constante esperado con dispersión adecuada; se conserva O(w) como cota conservadora en peor caso. Cambiar una prioridad arbitraria cuesta O(q) porque retirar un objeto de PriorityQueue es lineal. La memoria total es lineal para ambas propuestas.</a:t>
            </a:r>
          </a:p>
          <a:p xmlns:a="http://schemas.openxmlformats.org/drawingml/2006/main">
            <a:r>
              <a:t/>
            </a:r>
          </a:p>
          <a:p xmlns:a="http://schemas.openxmlformats.org/drawingml/2006/main">
            <a:r>
              <a:t>Fuentes APA 7</a:t>
            </a:r>
          </a:p>
          <a:p xmlns:a="http://schemas.openxmlformats.org/drawingml/2006/main">
            <a:r>
              <a:t>Oracle. (s. f.-a). HashMap (Java SE 21 &amp; JDK 21). https://docs.oracle.com/en/java/javase/21/docs/api/java.base/java/util/HashMap.html</a:t>
            </a:r>
          </a:p>
          <a:p xmlns:a="http://schemas.openxmlformats.org/drawingml/2006/main">
            <a:r>
              <a:t/>
            </a:r>
          </a:p>
          <a:p xmlns:a="http://schemas.openxmlformats.org/drawingml/2006/main">
            <a:r>
              <a:t>Oracle. (s. f.-b). PriorityQueue (Java SE 21 &amp; JDK 21). https://docs.oracle.com/en/java/javase/21/docs/api/java.base/java/util/PriorityQueue.html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Expositor: Daniel. Tiempo: 40 segundos.</a:t>
            </a:r>
          </a:p>
          <a:p xmlns:a="http://schemas.openxmlformats.org/drawingml/2006/main">
            <a:r>
              <a:t/>
            </a:r>
          </a:p>
          <a:p xmlns:a="http://schemas.openxmlformats.org/drawingml/2006/main">
            <a:r>
              <a:t>Seleccionamos B porque las estructuras corresponden a las operaciones que más nos interesan: identificar entidades por código y atender la próxima actividad pendiente. Esto permite trabajar con HashMap y colas de prioridad estándar de Java. Con cien actividades ambas opciones son viables; no necesitamos aumentar el tamaño del caso para justificar la decisión. B usa memoria lineal, aunque los mapas y la cola tienen costos internos adicionales. La mantenibilidad depende de usar un solo comparador y controlar las actualizaciones de prioridad. La especialidad y el horario se validan antes de confirmar. Solo después se retira la actividad de la cola de atención; si es otra pendiente se usa remove(objeto), de costo lineal. No se afirma que la prioridad calcule un calendario óptimo.</a:t>
            </a:r>
          </a:p>
          <a:p xmlns:a="http://schemas.openxmlformats.org/drawingml/2006/main">
            <a:r>
              <a:t/>
            </a:r>
          </a:p>
          <a:p xmlns:a="http://schemas.openxmlformats.org/drawingml/2006/main">
            <a:r>
              <a:t>Fuentes APA 7</a:t>
            </a:r>
          </a:p>
          <a:p xmlns:a="http://schemas.openxmlformats.org/drawingml/2006/main">
            <a:r>
              <a:t>Oracle. (s. f.-a). HashMap (Java SE 21 &amp; JDK 21). https://docs.oracle.com/en/java/javase/21/docs/api/java.base/java/util/HashMap.html</a:t>
            </a:r>
          </a:p>
          <a:p xmlns:a="http://schemas.openxmlformats.org/drawingml/2006/main">
            <a:r>
              <a:t/>
            </a:r>
          </a:p>
          <a:p xmlns:a="http://schemas.openxmlformats.org/drawingml/2006/main">
            <a:r>
              <a:t>Oracle. (s. f.-b). PriorityQueue (Java SE 21 &amp; JDK 21). https://docs.oracle.com/en/java/javase/21/docs/api/java.base/java/util/PriorityQueue.html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Expositor: Daniel. Tiempo: 50 segundos.</a:t>
            </a:r>
          </a:p>
          <a:p xmlns:a="http://schemas.openxmlformats.org/drawingml/2006/main">
            <a:r>
              <a:t/>
            </a:r>
          </a:p>
          <a:p xmlns:a="http://schemas.openxmlformats.org/drawingml/2006/main">
            <a:r>
              <a:t>Este ejemplo es ilustrativo y no un incidente empresarial confirmado. A01 es alta y requiere gypsum, pero no hay especialista libre. El sistema informa la causa y conserva A01. El supervisor puede esperar o consultar alternativas, que se generan sobre una copia. Si elige A02 de pintura, se repiten las validaciones antes de confirmar. La cola original no cambia por consultar. Confirmar A02 registra su asignación y retira únicamente A02, con remove(objeto) y costo O(q). A01 sigue en la cabecera y no pierde prioridad. Si no hay alternativa viable o falla la validación, no se retira ninguna actividad.</a:t>
            </a:r>
          </a:p>
          <a:p xmlns:a="http://schemas.openxmlformats.org/drawingml/2006/main">
            <a:r>
              <a:t/>
            </a:r>
          </a:p>
          <a:p xmlns:a="http://schemas.openxmlformats.org/drawingml/2006/main">
            <a:r>
              <a:t>Fuentes APA 7</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Expositor: Esteban. Tiempo: 70 segundos.</a:t>
            </a:r>
          </a:p>
          <a:p xmlns:a="http://schemas.openxmlformats.org/drawingml/2006/main">
            <a:r>
              <a:t/>
            </a:r>
          </a:p>
          <a:p xmlns:a="http://schemas.openxmlformats.org/drawingml/2006/main">
            <a:r>
              <a:t>Daniel implementará Obras y Seguimiento. Esteban asumirá Trabajadores y Asignación. Julián trabajará Actividades, el comparador y la cola de prioridad, además del UML y la comparación técnica. La integración y la revisión serán compartidas. El repositorio inicial contiene el README y las carpetas del informe, presentación, UML editable y observaciones del docente. Para Progreso 2 se mitigarán los cruces revisando intervalos y jornada, los empates con un comparador único, la cola desactualizada retirando y reinsertando y los datos incorrectos con validaciones. Se conservarán las observaciones del aula virtual. ChatGPT apoyó el análisis, la redacción y el diseño preliminar; el uso está declarado en el informe y Julián confirmó la revisión grupal del informe y del UML. El equipo mantiene la responsabilidad sobre el contenido.</a:t>
            </a:r>
          </a:p>
          <a:p xmlns:a="http://schemas.openxmlformats.org/drawingml/2006/main">
            <a:r>
              <a:t/>
            </a:r>
          </a:p>
          <a:p xmlns:a="http://schemas.openxmlformats.org/drawingml/2006/main">
            <a:r>
              <a:t>Fuentes APA 7</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06adb0932d04f98"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533c20c09d84e3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f2ffb5ca7694155"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f23689c30864962"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2dcd509cf06c486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3424390232c4426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77DA442-DFAE-4997-A480-0D533B6C3876}"/>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E663BD42-8C06-496E-95B3-9068A3539508}"/>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232A7F79-392D-456C-9BF0-E47CE838DCA2}"/>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BEA5A5B-0A14-4C9E-BDE5-7443B0F1C77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02539BDF-CE19-4511-A64D-951EE3AA6466}"/>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E76ECEAA-E2D9-4B27-B12F-BBD2303D9BA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3E3E3EC-ED07-4A3D-8548-BF7B96C70EA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8E11D449-70EC-4D6C-B65A-27334CC37212}"/>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6FD4162-C441-4B37-8C44-8485323AF1F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076F627-75FF-4849-80CD-DA780C8F063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723924157fa4d7f" /><Relationship Type="http://schemas.openxmlformats.org/officeDocument/2006/relationships/slideLayout" Target="/ppt/slideLayouts/slideLayout1.xml" Id="R8cb12d6a727a4579" /><Relationship Type="http://schemas.openxmlformats.org/officeDocument/2006/relationships/slideLayout" Target="/ppt/slideLayouts/slideLayout2.xml" Id="R9886352cc0ed4413" /><Relationship Type="http://schemas.openxmlformats.org/officeDocument/2006/relationships/slideLayout" Target="/ppt/slideLayouts/slideLayout3.xml" Id="Rac1c57e74a0344a6" /><Relationship Type="http://schemas.openxmlformats.org/officeDocument/2006/relationships/slideLayout" Target="/ppt/slideLayouts/slideLayout4.xml" Id="R422de86d291a49d9" /><Relationship Type="http://schemas.openxmlformats.org/officeDocument/2006/relationships/slideLayout" Target="/ppt/slideLayouts/slideLayout5.xml" Id="R07d9d3d95c8343ca" /><Relationship Type="http://schemas.openxmlformats.org/officeDocument/2006/relationships/slideLayout" Target="/ppt/slideLayouts/slideLayout6.xml" Id="R3a4667e2b6a545a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cb12d6a727a4579"/>
    <p:sldLayoutId xmlns:r="http://schemas.openxmlformats.org/officeDocument/2006/relationships" id="2147483650" r:id="R9886352cc0ed4413"/>
    <p:sldLayoutId xmlns:r="http://schemas.openxmlformats.org/officeDocument/2006/relationships" id="2147483651" r:id="Rac1c57e74a0344a6"/>
    <p:sldLayoutId xmlns:r="http://schemas.openxmlformats.org/officeDocument/2006/relationships" id="2147483652" r:id="R422de86d291a49d9"/>
    <p:sldLayoutId xmlns:r="http://schemas.openxmlformats.org/officeDocument/2006/relationships" id="2147483653" r:id="R07d9d3d95c8343ca"/>
    <p:sldLayoutId xmlns:r="http://schemas.openxmlformats.org/officeDocument/2006/relationships" id="2147483654" r:id="R3a4667e2b6a545a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60dd01430b0d4d71" /><Relationship Type="http://schemas.openxmlformats.org/officeDocument/2006/relationships/notesSlide" Target="/ppt/notesSlides/notesSlide1.xml" Id="R7982bba27ebe4542"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21e4e760d2634f39" /><Relationship Type="http://schemas.openxmlformats.org/officeDocument/2006/relationships/notesSlide" Target="/ppt/notesSlides/notesSlide2.xml" Id="R30d0a8e24d024d7b"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a7c68a295c1a4f6c" /><Relationship Type="http://schemas.openxmlformats.org/officeDocument/2006/relationships/notesSlide" Target="/ppt/notesSlides/notesSlide3.xml" Id="R7ea3890ee2754a49"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e403444488de4d39" /><Relationship Type="http://schemas.openxmlformats.org/officeDocument/2006/relationships/notesSlide" Target="/ppt/notesSlides/notesSlide4.xml" Id="R2ccfea3933bc4c5a"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478d4b377a094c05" /><Relationship Type="http://schemas.openxmlformats.org/officeDocument/2006/relationships/notesSlide" Target="/ppt/notesSlides/notesSlide5.xml" Id="Rcb154b5b71844df7"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1efefbf2e69e4fee" /><Relationship Type="http://schemas.openxmlformats.org/officeDocument/2006/relationships/notesSlide" Target="/ppt/notesSlides/notesSlide6.xml" Id="Rf555466951864531"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9a0c89c953ea4087" /><Relationship Type="http://schemas.openxmlformats.org/officeDocument/2006/relationships/notesSlide" Target="/ppt/notesSlides/notesSlide7.xml" Id="R4feed314c1a34ede"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f68e35a4ee884f7f" /><Relationship Type="http://schemas.openxmlformats.org/officeDocument/2006/relationships/notesSlide" Target="/ppt/notesSlides/notesSlide8.xml" Id="Ra988b9ea06c64e23"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b9c900660ecd4530" /><Relationship Type="http://schemas.openxmlformats.org/officeDocument/2006/relationships/notesSlide" Target="/ppt/notesSlides/notesSlide9.xml" Id="Rf35c999783cb42b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5d07659673fc4f4a" /><Relationship Type="http://schemas.openxmlformats.org/officeDocument/2006/relationships/notesSlide" Target="/ppt/notesSlides/notesSlide10.xml" Id="R7aeb164dbe2140a3"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texto-0">
            <a:extLst xmlns:a="http://schemas.openxmlformats.org/drawingml/2006/main">
              <a:ext uri="{FF2B5EF4-FFF2-40B4-BE49-F238E27FC236}">
                <a16:creationId xmlns:a16="http://schemas.microsoft.com/office/drawing/2014/main" id="{D18999AC-E65C-4D08-9B23-78C3B7FEA0C6}"/>
              </a:ext>
            </a:extLst>
          </p:cNvPr>
          <p:cNvSpPr>
            <a:spLocks xmlns:a="http://schemas.openxmlformats.org/drawingml/2006/main" noGrp="1"/>
          </p:cNvSpPr>
          <p:nvPr/>
        </p:nvSpPr>
        <p:spPr>
          <a:xfrm xmlns:a="http://schemas.openxmlformats.org/drawingml/2006/main">
            <a:off x="609600" y="857250"/>
            <a:ext cx="109728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5700" b="1">
                <a:solidFill>
                  <a:srgbClr val="163447"/>
                </a:solidFill>
                <a:latin typeface="DejaVu Sans"/>
                <a:ea typeface="DejaVu Sans"/>
                <a:cs typeface="DejaVu Sans"/>
              </a:defRPr>
            </a:defPPr>
            <a:lvl1pPr>
              <a:defRPr sz="5700" b="1">
                <a:solidFill>
                  <a:srgbClr val="163447"/>
                </a:solidFill>
                <a:latin typeface="DejaVu Sans"/>
                <a:ea typeface="DejaVu Sans"/>
                <a:cs typeface="DejaVu Sans"/>
              </a:defRPr>
            </a:lvl1pPr>
            <a:lvl2pPr>
              <a:defRPr sz="5700" b="1">
                <a:solidFill>
                  <a:srgbClr val="163447"/>
                </a:solidFill>
                <a:latin typeface="DejaVu Sans"/>
                <a:ea typeface="DejaVu Sans"/>
                <a:cs typeface="DejaVu Sans"/>
              </a:defRPr>
            </a:lvl2pPr>
            <a:lvl3pPr>
              <a:defRPr sz="5700" b="1">
                <a:solidFill>
                  <a:srgbClr val="163447"/>
                </a:solidFill>
                <a:latin typeface="DejaVu Sans"/>
                <a:ea typeface="DejaVu Sans"/>
                <a:cs typeface="DejaVu Sans"/>
              </a:defRPr>
            </a:lvl3pPr>
            <a:lvl4pPr>
              <a:defRPr sz="5700" b="1">
                <a:solidFill>
                  <a:srgbClr val="163447"/>
                </a:solidFill>
                <a:latin typeface="DejaVu Sans"/>
                <a:ea typeface="DejaVu Sans"/>
                <a:cs typeface="DejaVu Sans"/>
              </a:defRPr>
            </a:lvl4pPr>
            <a:lvl5pPr>
              <a:defRPr sz="5700" b="1">
                <a:solidFill>
                  <a:srgbClr val="163447"/>
                </a:solidFill>
                <a:latin typeface="DejaVu Sans"/>
                <a:ea typeface="DejaVu Sans"/>
                <a:cs typeface="DejaVu Sans"/>
              </a:defRPr>
            </a:lvl5pPr>
            <a:lvl6pPr>
              <a:defRPr sz="5700" b="1">
                <a:solidFill>
                  <a:srgbClr val="163447"/>
                </a:solidFill>
                <a:latin typeface="DejaVu Sans"/>
                <a:ea typeface="DejaVu Sans"/>
                <a:cs typeface="DejaVu Sans"/>
              </a:defRPr>
            </a:lvl6pPr>
            <a:lvl7pPr>
              <a:defRPr sz="5700" b="1">
                <a:solidFill>
                  <a:srgbClr val="163447"/>
                </a:solidFill>
                <a:latin typeface="DejaVu Sans"/>
                <a:ea typeface="DejaVu Sans"/>
                <a:cs typeface="DejaVu Sans"/>
              </a:defRPr>
            </a:lvl7pPr>
            <a:lvl8pPr>
              <a:defRPr sz="5700" b="1">
                <a:solidFill>
                  <a:srgbClr val="163447"/>
                </a:solidFill>
                <a:latin typeface="DejaVu Sans"/>
                <a:ea typeface="DejaVu Sans"/>
                <a:cs typeface="DejaVu Sans"/>
              </a:defRPr>
            </a:lvl8pPr>
            <a:lvl9pPr>
              <a:defRPr sz="5700" b="1">
                <a:solidFill>
                  <a:srgbClr val="163447"/>
                </a:solidFill>
                <a:latin typeface="DejaVu Sans"/>
                <a:ea typeface="DejaVu Sans"/>
                <a:cs typeface="DejaVu Sans"/>
              </a:defRPr>
            </a:lvl9pPr>
          </a:lstStyle>
          <a:p xmlns:a="http://schemas.openxmlformats.org/drawingml/2006/main">
            <a:pPr>
              <a:defRPr sz="5700" b="1">
                <a:solidFill>
                  <a:srgbClr val="163447"/>
                </a:solidFill>
                <a:latin typeface="DejaVu Sans"/>
                <a:ea typeface="DejaVu Sans"/>
                <a:cs typeface="DejaVu Sans"/>
              </a:defRPr>
            </a:pPr>
            <a:r>
              <a:rPr sz="5700" b="1">
                <a:solidFill>
                  <a:srgbClr val="163447"/>
                </a:solidFill>
                <a:latin typeface="DejaVu Sans"/>
                <a:ea typeface="DejaVu Sans"/>
                <a:cs typeface="DejaVu Sans"/>
              </a:rPr>
              <a:t>Dizeo</a:t>
            </a:r>
          </a:p>
        </p:txBody>
      </p:sp>
      <p:sp>
        <p:nvSpPr>
          <p:cNvPr id="2" name="texto-1">
            <a:extLst xmlns:a="http://schemas.openxmlformats.org/drawingml/2006/main">
              <a:ext uri="{FF2B5EF4-FFF2-40B4-BE49-F238E27FC236}">
                <a16:creationId xmlns:a16="http://schemas.microsoft.com/office/drawing/2014/main" id="{6C8C1DB4-91B4-4F35-8D15-DCC9CB6BB046}"/>
              </a:ext>
            </a:extLst>
          </p:cNvPr>
          <p:cNvSpPr>
            <a:spLocks xmlns:a="http://schemas.openxmlformats.org/drawingml/2006/main" noGrp="1"/>
          </p:cNvSpPr>
          <p:nvPr/>
        </p:nvSpPr>
        <p:spPr>
          <a:xfrm xmlns:a="http://schemas.openxmlformats.org/drawingml/2006/main">
            <a:off x="609600" y="2076450"/>
            <a:ext cx="10668000" cy="1390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600" b="1">
                <a:solidFill>
                  <a:srgbClr val="163447"/>
                </a:solidFill>
                <a:latin typeface="DejaVu Sans"/>
                <a:ea typeface="DejaVu Sans"/>
                <a:cs typeface="DejaVu Sans"/>
              </a:defRPr>
            </a:defPPr>
            <a:lvl1pPr>
              <a:defRPr sz="3600" b="1">
                <a:solidFill>
                  <a:srgbClr val="163447"/>
                </a:solidFill>
                <a:latin typeface="DejaVu Sans"/>
                <a:ea typeface="DejaVu Sans"/>
                <a:cs typeface="DejaVu Sans"/>
              </a:defRPr>
            </a:lvl1pPr>
            <a:lvl2pPr>
              <a:defRPr sz="3600" b="1">
                <a:solidFill>
                  <a:srgbClr val="163447"/>
                </a:solidFill>
                <a:latin typeface="DejaVu Sans"/>
                <a:ea typeface="DejaVu Sans"/>
                <a:cs typeface="DejaVu Sans"/>
              </a:defRPr>
            </a:lvl2pPr>
            <a:lvl3pPr>
              <a:defRPr sz="3600" b="1">
                <a:solidFill>
                  <a:srgbClr val="163447"/>
                </a:solidFill>
                <a:latin typeface="DejaVu Sans"/>
                <a:ea typeface="DejaVu Sans"/>
                <a:cs typeface="DejaVu Sans"/>
              </a:defRPr>
            </a:lvl3pPr>
            <a:lvl4pPr>
              <a:defRPr sz="3600" b="1">
                <a:solidFill>
                  <a:srgbClr val="163447"/>
                </a:solidFill>
                <a:latin typeface="DejaVu Sans"/>
                <a:ea typeface="DejaVu Sans"/>
                <a:cs typeface="DejaVu Sans"/>
              </a:defRPr>
            </a:lvl4pPr>
            <a:lvl5pPr>
              <a:defRPr sz="3600" b="1">
                <a:solidFill>
                  <a:srgbClr val="163447"/>
                </a:solidFill>
                <a:latin typeface="DejaVu Sans"/>
                <a:ea typeface="DejaVu Sans"/>
                <a:cs typeface="DejaVu Sans"/>
              </a:defRPr>
            </a:lvl5pPr>
            <a:lvl6pPr>
              <a:defRPr sz="3600" b="1">
                <a:solidFill>
                  <a:srgbClr val="163447"/>
                </a:solidFill>
                <a:latin typeface="DejaVu Sans"/>
                <a:ea typeface="DejaVu Sans"/>
                <a:cs typeface="DejaVu Sans"/>
              </a:defRPr>
            </a:lvl6pPr>
            <a:lvl7pPr>
              <a:defRPr sz="3600" b="1">
                <a:solidFill>
                  <a:srgbClr val="163447"/>
                </a:solidFill>
                <a:latin typeface="DejaVu Sans"/>
                <a:ea typeface="DejaVu Sans"/>
                <a:cs typeface="DejaVu Sans"/>
              </a:defRPr>
            </a:lvl7pPr>
            <a:lvl8pPr>
              <a:defRPr sz="3600" b="1">
                <a:solidFill>
                  <a:srgbClr val="163447"/>
                </a:solidFill>
                <a:latin typeface="DejaVu Sans"/>
                <a:ea typeface="DejaVu Sans"/>
                <a:cs typeface="DejaVu Sans"/>
              </a:defRPr>
            </a:lvl8pPr>
            <a:lvl9pPr>
              <a:defRPr sz="3600" b="1">
                <a:solidFill>
                  <a:srgbClr val="163447"/>
                </a:solidFill>
                <a:latin typeface="DejaVu Sans"/>
                <a:ea typeface="DejaVu Sans"/>
                <a:cs typeface="DejaVu Sans"/>
              </a:defRPr>
            </a:lvl9pPr>
          </a:lstStyle>
          <a:p xmlns:a="http://schemas.openxmlformats.org/drawingml/2006/main">
            <a:pPr>
              <a:defRPr sz="3600" b="1">
                <a:solidFill>
                  <a:srgbClr val="163447"/>
                </a:solidFill>
                <a:latin typeface="DejaVu Sans"/>
                <a:ea typeface="DejaVu Sans"/>
                <a:cs typeface="DejaVu Sans"/>
              </a:defRPr>
            </a:pPr>
            <a:r>
              <a:rPr sz="3600" b="1">
                <a:solidFill>
                  <a:srgbClr val="163447"/>
                </a:solidFill>
                <a:latin typeface="DejaVu Sans"/>
                <a:ea typeface="DejaVu Sans"/>
                <a:cs typeface="DejaVu Sans"/>
              </a:rPr>
              <a:t>Planificación y asignación</a:t>
            </a:r>
          </a:p>
          <a:p xmlns:a="http://schemas.openxmlformats.org/drawingml/2006/main">
            <a:pPr>
              <a:defRPr sz="3600" b="1">
                <a:solidFill>
                  <a:srgbClr val="163447"/>
                </a:solidFill>
                <a:latin typeface="DejaVu Sans"/>
                <a:ea typeface="DejaVu Sans"/>
                <a:cs typeface="DejaVu Sans"/>
              </a:defRPr>
            </a:pPr>
            <a:r>
              <a:rPr sz="3600" b="1">
                <a:solidFill>
                  <a:srgbClr val="163447"/>
                </a:solidFill>
                <a:latin typeface="DejaVu Sans"/>
                <a:ea typeface="DejaVu Sans"/>
                <a:cs typeface="DejaVu Sans"/>
              </a:rPr>
              <a:t>de trabajadores en obras</a:t>
            </a:r>
          </a:p>
        </p:txBody>
      </p:sp>
      <p:sp>
        <p:nvSpPr>
          <p:cNvPr id="3" name="texto-2">
            <a:extLst xmlns:a="http://schemas.openxmlformats.org/drawingml/2006/main">
              <a:ext uri="{FF2B5EF4-FFF2-40B4-BE49-F238E27FC236}">
                <a16:creationId xmlns:a16="http://schemas.microsoft.com/office/drawing/2014/main" id="{CF7E0CF7-29FF-46F7-8F18-0FB24E917888}"/>
              </a:ext>
            </a:extLst>
          </p:cNvPr>
          <p:cNvSpPr>
            <a:spLocks xmlns:a="http://schemas.openxmlformats.org/drawingml/2006/main" noGrp="1"/>
          </p:cNvSpPr>
          <p:nvPr/>
        </p:nvSpPr>
        <p:spPr>
          <a:xfrm xmlns:a="http://schemas.openxmlformats.org/drawingml/2006/main">
            <a:off x="609600" y="3943350"/>
            <a:ext cx="10668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100" b="0">
                <a:solidFill>
                  <a:srgbClr val="007D87"/>
                </a:solidFill>
                <a:latin typeface="DejaVu Sans"/>
                <a:ea typeface="DejaVu Sans"/>
                <a:cs typeface="DejaVu Sans"/>
              </a:defRPr>
            </a:defPPr>
            <a:lvl1pPr>
              <a:defRPr sz="2100" b="0">
                <a:solidFill>
                  <a:srgbClr val="007D87"/>
                </a:solidFill>
                <a:latin typeface="DejaVu Sans"/>
                <a:ea typeface="DejaVu Sans"/>
                <a:cs typeface="DejaVu Sans"/>
              </a:defRPr>
            </a:lvl1pPr>
            <a:lvl2pPr>
              <a:defRPr sz="2100" b="0">
                <a:solidFill>
                  <a:srgbClr val="007D87"/>
                </a:solidFill>
                <a:latin typeface="DejaVu Sans"/>
                <a:ea typeface="DejaVu Sans"/>
                <a:cs typeface="DejaVu Sans"/>
              </a:defRPr>
            </a:lvl2pPr>
            <a:lvl3pPr>
              <a:defRPr sz="2100" b="0">
                <a:solidFill>
                  <a:srgbClr val="007D87"/>
                </a:solidFill>
                <a:latin typeface="DejaVu Sans"/>
                <a:ea typeface="DejaVu Sans"/>
                <a:cs typeface="DejaVu Sans"/>
              </a:defRPr>
            </a:lvl3pPr>
            <a:lvl4pPr>
              <a:defRPr sz="2100" b="0">
                <a:solidFill>
                  <a:srgbClr val="007D87"/>
                </a:solidFill>
                <a:latin typeface="DejaVu Sans"/>
                <a:ea typeface="DejaVu Sans"/>
                <a:cs typeface="DejaVu Sans"/>
              </a:defRPr>
            </a:lvl4pPr>
            <a:lvl5pPr>
              <a:defRPr sz="2100" b="0">
                <a:solidFill>
                  <a:srgbClr val="007D87"/>
                </a:solidFill>
                <a:latin typeface="DejaVu Sans"/>
                <a:ea typeface="DejaVu Sans"/>
                <a:cs typeface="DejaVu Sans"/>
              </a:defRPr>
            </a:lvl5pPr>
            <a:lvl6pPr>
              <a:defRPr sz="2100" b="0">
                <a:solidFill>
                  <a:srgbClr val="007D87"/>
                </a:solidFill>
                <a:latin typeface="DejaVu Sans"/>
                <a:ea typeface="DejaVu Sans"/>
                <a:cs typeface="DejaVu Sans"/>
              </a:defRPr>
            </a:lvl6pPr>
            <a:lvl7pPr>
              <a:defRPr sz="2100" b="0">
                <a:solidFill>
                  <a:srgbClr val="007D87"/>
                </a:solidFill>
                <a:latin typeface="DejaVu Sans"/>
                <a:ea typeface="DejaVu Sans"/>
                <a:cs typeface="DejaVu Sans"/>
              </a:defRPr>
            </a:lvl7pPr>
            <a:lvl8pPr>
              <a:defRPr sz="2100" b="0">
                <a:solidFill>
                  <a:srgbClr val="007D87"/>
                </a:solidFill>
                <a:latin typeface="DejaVu Sans"/>
                <a:ea typeface="DejaVu Sans"/>
                <a:cs typeface="DejaVu Sans"/>
              </a:defRPr>
            </a:lvl8pPr>
            <a:lvl9pPr>
              <a:defRPr sz="2100" b="0">
                <a:solidFill>
                  <a:srgbClr val="007D87"/>
                </a:solidFill>
                <a:latin typeface="DejaVu Sans"/>
                <a:ea typeface="DejaVu Sans"/>
                <a:cs typeface="DejaVu Sans"/>
              </a:defRPr>
            </a:lvl9pPr>
          </a:lstStyle>
          <a:p xmlns:a="http://schemas.openxmlformats.org/drawingml/2006/main">
            <a:pPr>
              <a:defRPr sz="2100" b="0">
                <a:solidFill>
                  <a:srgbClr val="007D87"/>
                </a:solidFill>
                <a:latin typeface="DejaVu Sans"/>
                <a:ea typeface="DejaVu Sans"/>
                <a:cs typeface="DejaVu Sans"/>
              </a:defRPr>
            </a:pPr>
            <a:r>
              <a:rPr sz="2100" b="0">
                <a:solidFill>
                  <a:srgbClr val="007D87"/>
                </a:solidFill>
                <a:latin typeface="DejaVu Sans"/>
                <a:ea typeface="DejaVu Sans"/>
                <a:cs typeface="DejaVu Sans"/>
              </a:rPr>
              <a:t>Programación III</a:t>
            </a:r>
          </a:p>
          <a:p xmlns:a="http://schemas.openxmlformats.org/drawingml/2006/main">
            <a:pPr>
              <a:defRPr sz="2100" b="0">
                <a:solidFill>
                  <a:srgbClr val="007D87"/>
                </a:solidFill>
                <a:latin typeface="DejaVu Sans"/>
                <a:ea typeface="DejaVu Sans"/>
                <a:cs typeface="DejaVu Sans"/>
              </a:defRPr>
            </a:pPr>
            <a:r>
              <a:rPr sz="2100" b="0">
                <a:solidFill>
                  <a:srgbClr val="007D87"/>
                </a:solidFill>
                <a:latin typeface="DejaVu Sans"/>
                <a:ea typeface="DejaVu Sans"/>
                <a:cs typeface="DejaVu Sans"/>
              </a:rPr>
              <a:t>Análisis, diseño y selección de la solución</a:t>
            </a:r>
          </a:p>
        </p:txBody>
      </p:sp>
      <p:sp>
        <p:nvSpPr>
          <p:cNvPr id="4" name="texto-3">
            <a:extLst xmlns:a="http://schemas.openxmlformats.org/drawingml/2006/main">
              <a:ext uri="{FF2B5EF4-FFF2-40B4-BE49-F238E27FC236}">
                <a16:creationId xmlns:a16="http://schemas.microsoft.com/office/drawing/2014/main" id="{C16C1252-7971-43FD-AD51-86DAEADDD48A}"/>
              </a:ext>
            </a:extLst>
          </p:cNvPr>
          <p:cNvSpPr>
            <a:spLocks xmlns:a="http://schemas.openxmlformats.org/drawingml/2006/main" noGrp="1"/>
          </p:cNvSpPr>
          <p:nvPr/>
        </p:nvSpPr>
        <p:spPr>
          <a:xfrm xmlns:a="http://schemas.openxmlformats.org/drawingml/2006/main">
            <a:off x="609600" y="5381625"/>
            <a:ext cx="10953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725" b="0">
                <a:solidFill>
                  <a:srgbClr val="52636D"/>
                </a:solidFill>
                <a:latin typeface="DejaVu Sans"/>
                <a:ea typeface="DejaVu Sans"/>
                <a:cs typeface="DejaVu Sans"/>
              </a:defRPr>
            </a:defPPr>
            <a:lvl1pPr>
              <a:defRPr sz="1725" b="0">
                <a:solidFill>
                  <a:srgbClr val="52636D"/>
                </a:solidFill>
                <a:latin typeface="DejaVu Sans"/>
                <a:ea typeface="DejaVu Sans"/>
                <a:cs typeface="DejaVu Sans"/>
              </a:defRPr>
            </a:lvl1pPr>
            <a:lvl2pPr>
              <a:defRPr sz="1725" b="0">
                <a:solidFill>
                  <a:srgbClr val="52636D"/>
                </a:solidFill>
                <a:latin typeface="DejaVu Sans"/>
                <a:ea typeface="DejaVu Sans"/>
                <a:cs typeface="DejaVu Sans"/>
              </a:defRPr>
            </a:lvl2pPr>
            <a:lvl3pPr>
              <a:defRPr sz="1725" b="0">
                <a:solidFill>
                  <a:srgbClr val="52636D"/>
                </a:solidFill>
                <a:latin typeface="DejaVu Sans"/>
                <a:ea typeface="DejaVu Sans"/>
                <a:cs typeface="DejaVu Sans"/>
              </a:defRPr>
            </a:lvl3pPr>
            <a:lvl4pPr>
              <a:defRPr sz="1725" b="0">
                <a:solidFill>
                  <a:srgbClr val="52636D"/>
                </a:solidFill>
                <a:latin typeface="DejaVu Sans"/>
                <a:ea typeface="DejaVu Sans"/>
                <a:cs typeface="DejaVu Sans"/>
              </a:defRPr>
            </a:lvl4pPr>
            <a:lvl5pPr>
              <a:defRPr sz="1725" b="0">
                <a:solidFill>
                  <a:srgbClr val="52636D"/>
                </a:solidFill>
                <a:latin typeface="DejaVu Sans"/>
                <a:ea typeface="DejaVu Sans"/>
                <a:cs typeface="DejaVu Sans"/>
              </a:defRPr>
            </a:lvl5pPr>
            <a:lvl6pPr>
              <a:defRPr sz="1725" b="0">
                <a:solidFill>
                  <a:srgbClr val="52636D"/>
                </a:solidFill>
                <a:latin typeface="DejaVu Sans"/>
                <a:ea typeface="DejaVu Sans"/>
                <a:cs typeface="DejaVu Sans"/>
              </a:defRPr>
            </a:lvl6pPr>
            <a:lvl7pPr>
              <a:defRPr sz="1725" b="0">
                <a:solidFill>
                  <a:srgbClr val="52636D"/>
                </a:solidFill>
                <a:latin typeface="DejaVu Sans"/>
                <a:ea typeface="DejaVu Sans"/>
                <a:cs typeface="DejaVu Sans"/>
              </a:defRPr>
            </a:lvl7pPr>
            <a:lvl8pPr>
              <a:defRPr sz="1725" b="0">
                <a:solidFill>
                  <a:srgbClr val="52636D"/>
                </a:solidFill>
                <a:latin typeface="DejaVu Sans"/>
                <a:ea typeface="DejaVu Sans"/>
                <a:cs typeface="DejaVu Sans"/>
              </a:defRPr>
            </a:lvl8pPr>
            <a:lvl9pPr>
              <a:defRPr sz="1725" b="0">
                <a:solidFill>
                  <a:srgbClr val="52636D"/>
                </a:solidFill>
                <a:latin typeface="DejaVu Sans"/>
                <a:ea typeface="DejaVu Sans"/>
                <a:cs typeface="DejaVu Sans"/>
              </a:defRPr>
            </a:lvl9pPr>
          </a:lstStyle>
          <a:p xmlns:a="http://schemas.openxmlformats.org/drawingml/2006/main">
            <a:pPr>
              <a:defRPr sz="1725" b="0">
                <a:solidFill>
                  <a:srgbClr val="52636D"/>
                </a:solidFill>
                <a:latin typeface="DejaVu Sans"/>
                <a:ea typeface="DejaVu Sans"/>
                <a:cs typeface="DejaVu Sans"/>
              </a:defRPr>
            </a:pPr>
            <a:r>
              <a:rPr sz="1725" b="0">
                <a:solidFill>
                  <a:srgbClr val="52636D"/>
                </a:solidFill>
                <a:latin typeface="DejaVu Sans"/>
                <a:ea typeface="DejaVu Sans"/>
                <a:cs typeface="DejaVu Sans"/>
              </a:rPr>
              <a:t>Daniel Valarezo   Esteban Figueroa   Julián Jiménez</a:t>
            </a:r>
          </a:p>
        </p:txBody>
      </p:sp>
      <p:sp>
        <p:nvSpPr>
          <p:cNvPr id="5" name="texto-4">
            <a:extLst xmlns:a="http://schemas.openxmlformats.org/drawingml/2006/main">
              <a:ext uri="{FF2B5EF4-FFF2-40B4-BE49-F238E27FC236}">
                <a16:creationId xmlns:a16="http://schemas.microsoft.com/office/drawing/2014/main" id="{48741D36-13F2-4903-AB4F-5926BC79BFD6}"/>
              </a:ext>
            </a:extLst>
          </p:cNvPr>
          <p:cNvSpPr>
            <a:spLocks xmlns:a="http://schemas.openxmlformats.org/drawingml/2006/main" noGrp="1"/>
          </p:cNvSpPr>
          <p:nvPr/>
        </p:nvSpPr>
        <p:spPr>
          <a:xfrm xmlns:a="http://schemas.openxmlformats.org/drawingml/2006/main">
            <a:off x="609600" y="6191250"/>
            <a:ext cx="10972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500" b="0">
                <a:solidFill>
                  <a:srgbClr val="52636D"/>
                </a:solidFill>
                <a:latin typeface="DejaVu Sans"/>
                <a:ea typeface="DejaVu Sans"/>
                <a:cs typeface="DejaVu Sans"/>
              </a:defRPr>
            </a:defPPr>
            <a:lvl1pPr>
              <a:defRPr sz="1500" b="0">
                <a:solidFill>
                  <a:srgbClr val="52636D"/>
                </a:solidFill>
                <a:latin typeface="DejaVu Sans"/>
                <a:ea typeface="DejaVu Sans"/>
                <a:cs typeface="DejaVu Sans"/>
              </a:defRPr>
            </a:lvl1pPr>
            <a:lvl2pPr>
              <a:defRPr sz="1500" b="0">
                <a:solidFill>
                  <a:srgbClr val="52636D"/>
                </a:solidFill>
                <a:latin typeface="DejaVu Sans"/>
                <a:ea typeface="DejaVu Sans"/>
                <a:cs typeface="DejaVu Sans"/>
              </a:defRPr>
            </a:lvl2pPr>
            <a:lvl3pPr>
              <a:defRPr sz="1500" b="0">
                <a:solidFill>
                  <a:srgbClr val="52636D"/>
                </a:solidFill>
                <a:latin typeface="DejaVu Sans"/>
                <a:ea typeface="DejaVu Sans"/>
                <a:cs typeface="DejaVu Sans"/>
              </a:defRPr>
            </a:lvl3pPr>
            <a:lvl4pPr>
              <a:defRPr sz="1500" b="0">
                <a:solidFill>
                  <a:srgbClr val="52636D"/>
                </a:solidFill>
                <a:latin typeface="DejaVu Sans"/>
                <a:ea typeface="DejaVu Sans"/>
                <a:cs typeface="DejaVu Sans"/>
              </a:defRPr>
            </a:lvl4pPr>
            <a:lvl5pPr>
              <a:defRPr sz="1500" b="0">
                <a:solidFill>
                  <a:srgbClr val="52636D"/>
                </a:solidFill>
                <a:latin typeface="DejaVu Sans"/>
                <a:ea typeface="DejaVu Sans"/>
                <a:cs typeface="DejaVu Sans"/>
              </a:defRPr>
            </a:lvl5pPr>
            <a:lvl6pPr>
              <a:defRPr sz="1500" b="0">
                <a:solidFill>
                  <a:srgbClr val="52636D"/>
                </a:solidFill>
                <a:latin typeface="DejaVu Sans"/>
                <a:ea typeface="DejaVu Sans"/>
                <a:cs typeface="DejaVu Sans"/>
              </a:defRPr>
            </a:lvl6pPr>
            <a:lvl7pPr>
              <a:defRPr sz="1500" b="0">
                <a:solidFill>
                  <a:srgbClr val="52636D"/>
                </a:solidFill>
                <a:latin typeface="DejaVu Sans"/>
                <a:ea typeface="DejaVu Sans"/>
                <a:cs typeface="DejaVu Sans"/>
              </a:defRPr>
            </a:lvl7pPr>
            <a:lvl8pPr>
              <a:defRPr sz="1500" b="0">
                <a:solidFill>
                  <a:srgbClr val="52636D"/>
                </a:solidFill>
                <a:latin typeface="DejaVu Sans"/>
                <a:ea typeface="DejaVu Sans"/>
                <a:cs typeface="DejaVu Sans"/>
              </a:defRPr>
            </a:lvl8pPr>
            <a:lvl9pPr>
              <a:defRPr sz="1500" b="0">
                <a:solidFill>
                  <a:srgbClr val="52636D"/>
                </a:solidFill>
                <a:latin typeface="DejaVu Sans"/>
                <a:ea typeface="DejaVu Sans"/>
                <a:cs typeface="DejaVu Sans"/>
              </a:defRPr>
            </a:lvl9pPr>
          </a:lstStyle>
          <a:p xmlns:a="http://schemas.openxmlformats.org/drawingml/2006/main">
            <a:pPr>
              <a:defRPr sz="1500" b="0">
                <a:solidFill>
                  <a:srgbClr val="52636D"/>
                </a:solidFill>
                <a:latin typeface="DejaVu Sans"/>
                <a:ea typeface="DejaVu Sans"/>
                <a:cs typeface="DejaVu Sans"/>
              </a:defRPr>
            </a:pPr>
            <a:r>
              <a:rPr sz="1500" b="0">
                <a:solidFill>
                  <a:srgbClr val="52636D"/>
                </a:solidFill>
                <a:latin typeface="DejaVu Sans"/>
                <a:ea typeface="DejaVu Sans"/>
                <a:cs typeface="DejaVu Sans"/>
              </a:rPr>
              <a:t>Quito, Ecuador   18 de octubre de 2026</a:t>
            </a:r>
          </a:p>
        </p:txBody>
      </p:sp>
    </p:spTree>
    <p:extLst>
      <p:ext uri="{BB962C8B-B14F-4D97-AF65-F5344CB8AC3E}">
        <p14:creationId xmlns:p14="http://schemas.microsoft.com/office/powerpoint/2010/main" val="138492964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o-0">
            <a:extLst xmlns:a="http://schemas.openxmlformats.org/drawingml/2006/main">
              <a:ext uri="{FF2B5EF4-FFF2-40B4-BE49-F238E27FC236}">
                <a16:creationId xmlns:a16="http://schemas.microsoft.com/office/drawing/2014/main" id="{2E8BDDD9-D890-477C-ADAC-1649BD4FD347}"/>
              </a:ext>
            </a:extLst>
          </p:cNvPr>
          <p:cNvSpPr>
            <a:spLocks xmlns:a="http://schemas.openxmlformats.org/drawingml/2006/main" noGrp="1"/>
          </p:cNvSpPr>
          <p:nvPr/>
        </p:nvSpPr>
        <p:spPr>
          <a:xfrm xmlns:a="http://schemas.openxmlformats.org/drawingml/2006/main">
            <a:off x="609600" y="400050"/>
            <a:ext cx="109728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300" b="1">
                <a:solidFill>
                  <a:srgbClr val="163447"/>
                </a:solidFill>
                <a:latin typeface="DejaVu Sans"/>
                <a:ea typeface="DejaVu Sans"/>
                <a:cs typeface="DejaVu Sans"/>
              </a:defRPr>
            </a:defPPr>
            <a:lvl1pPr>
              <a:defRPr sz="3300" b="1">
                <a:solidFill>
                  <a:srgbClr val="163447"/>
                </a:solidFill>
                <a:latin typeface="DejaVu Sans"/>
                <a:ea typeface="DejaVu Sans"/>
                <a:cs typeface="DejaVu Sans"/>
              </a:defRPr>
            </a:lvl1pPr>
            <a:lvl2pPr>
              <a:defRPr sz="3300" b="1">
                <a:solidFill>
                  <a:srgbClr val="163447"/>
                </a:solidFill>
                <a:latin typeface="DejaVu Sans"/>
                <a:ea typeface="DejaVu Sans"/>
                <a:cs typeface="DejaVu Sans"/>
              </a:defRPr>
            </a:lvl2pPr>
            <a:lvl3pPr>
              <a:defRPr sz="3300" b="1">
                <a:solidFill>
                  <a:srgbClr val="163447"/>
                </a:solidFill>
                <a:latin typeface="DejaVu Sans"/>
                <a:ea typeface="DejaVu Sans"/>
                <a:cs typeface="DejaVu Sans"/>
              </a:defRPr>
            </a:lvl3pPr>
            <a:lvl4pPr>
              <a:defRPr sz="3300" b="1">
                <a:solidFill>
                  <a:srgbClr val="163447"/>
                </a:solidFill>
                <a:latin typeface="DejaVu Sans"/>
                <a:ea typeface="DejaVu Sans"/>
                <a:cs typeface="DejaVu Sans"/>
              </a:defRPr>
            </a:lvl4pPr>
            <a:lvl5pPr>
              <a:defRPr sz="3300" b="1">
                <a:solidFill>
                  <a:srgbClr val="163447"/>
                </a:solidFill>
                <a:latin typeface="DejaVu Sans"/>
                <a:ea typeface="DejaVu Sans"/>
                <a:cs typeface="DejaVu Sans"/>
              </a:defRPr>
            </a:lvl5pPr>
            <a:lvl6pPr>
              <a:defRPr sz="3300" b="1">
                <a:solidFill>
                  <a:srgbClr val="163447"/>
                </a:solidFill>
                <a:latin typeface="DejaVu Sans"/>
                <a:ea typeface="DejaVu Sans"/>
                <a:cs typeface="DejaVu Sans"/>
              </a:defRPr>
            </a:lvl6pPr>
            <a:lvl7pPr>
              <a:defRPr sz="3300" b="1">
                <a:solidFill>
                  <a:srgbClr val="163447"/>
                </a:solidFill>
                <a:latin typeface="DejaVu Sans"/>
                <a:ea typeface="DejaVu Sans"/>
                <a:cs typeface="DejaVu Sans"/>
              </a:defRPr>
            </a:lvl7pPr>
            <a:lvl8pPr>
              <a:defRPr sz="3300" b="1">
                <a:solidFill>
                  <a:srgbClr val="163447"/>
                </a:solidFill>
                <a:latin typeface="DejaVu Sans"/>
                <a:ea typeface="DejaVu Sans"/>
                <a:cs typeface="DejaVu Sans"/>
              </a:defRPr>
            </a:lvl8pPr>
            <a:lvl9pPr>
              <a:defRPr sz="3300" b="1">
                <a:solidFill>
                  <a:srgbClr val="163447"/>
                </a:solidFill>
                <a:latin typeface="DejaVu Sans"/>
                <a:ea typeface="DejaVu Sans"/>
                <a:cs typeface="DejaVu Sans"/>
              </a:defRPr>
            </a:lvl9pPr>
          </a:lstStyle>
          <a:p xmlns:a="http://schemas.openxmlformats.org/drawingml/2006/main">
            <a:pPr>
              <a:defRPr sz="3300" b="1">
                <a:solidFill>
                  <a:srgbClr val="163447"/>
                </a:solidFill>
                <a:latin typeface="DejaVu Sans"/>
                <a:ea typeface="DejaVu Sans"/>
                <a:cs typeface="DejaVu Sans"/>
              </a:defRPr>
            </a:pPr>
            <a:r>
              <a:rPr sz="3300" b="1">
                <a:solidFill>
                  <a:srgbClr val="163447"/>
                </a:solidFill>
                <a:latin typeface="DejaVu Sans"/>
                <a:ea typeface="DejaVu Sans"/>
                <a:cs typeface="DejaVu Sans"/>
              </a:rPr>
              <a:t>Problema y actores</a:t>
            </a:r>
          </a:p>
        </p:txBody>
      </p:sp>
      <p:sp>
        <p:nvSpPr>
          <p:cNvPr id="2" name="texto-1">
            <a:extLst xmlns:a="http://schemas.openxmlformats.org/drawingml/2006/main">
              <a:ext uri="{FF2B5EF4-FFF2-40B4-BE49-F238E27FC236}">
                <a16:creationId xmlns:a16="http://schemas.microsoft.com/office/drawing/2014/main" id="{7C87576C-A814-4273-8DC1-A7096BF5489E}"/>
              </a:ext>
            </a:extLst>
          </p:cNvPr>
          <p:cNvSpPr>
            <a:spLocks xmlns:a="http://schemas.openxmlformats.org/drawingml/2006/main" noGrp="1"/>
          </p:cNvSpPr>
          <p:nvPr/>
        </p:nvSpPr>
        <p:spPr>
          <a:xfrm xmlns:a="http://schemas.openxmlformats.org/drawingml/2006/main">
            <a:off x="609600" y="64960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125" b="0">
                <a:solidFill>
                  <a:srgbClr val="52636D"/>
                </a:solidFill>
                <a:latin typeface="DejaVu Sans"/>
                <a:ea typeface="DejaVu Sans"/>
                <a:cs typeface="DejaVu Sans"/>
              </a:defRPr>
            </a:defPPr>
            <a:lvl1pPr>
              <a:defRPr sz="1125" b="0">
                <a:solidFill>
                  <a:srgbClr val="52636D"/>
                </a:solidFill>
                <a:latin typeface="DejaVu Sans"/>
                <a:ea typeface="DejaVu Sans"/>
                <a:cs typeface="DejaVu Sans"/>
              </a:defRPr>
            </a:lvl1pPr>
            <a:lvl2pPr>
              <a:defRPr sz="1125" b="0">
                <a:solidFill>
                  <a:srgbClr val="52636D"/>
                </a:solidFill>
                <a:latin typeface="DejaVu Sans"/>
                <a:ea typeface="DejaVu Sans"/>
                <a:cs typeface="DejaVu Sans"/>
              </a:defRPr>
            </a:lvl2pPr>
            <a:lvl3pPr>
              <a:defRPr sz="1125" b="0">
                <a:solidFill>
                  <a:srgbClr val="52636D"/>
                </a:solidFill>
                <a:latin typeface="DejaVu Sans"/>
                <a:ea typeface="DejaVu Sans"/>
                <a:cs typeface="DejaVu Sans"/>
              </a:defRPr>
            </a:lvl3pPr>
            <a:lvl4pPr>
              <a:defRPr sz="1125" b="0">
                <a:solidFill>
                  <a:srgbClr val="52636D"/>
                </a:solidFill>
                <a:latin typeface="DejaVu Sans"/>
                <a:ea typeface="DejaVu Sans"/>
                <a:cs typeface="DejaVu Sans"/>
              </a:defRPr>
            </a:lvl4pPr>
            <a:lvl5pPr>
              <a:defRPr sz="1125" b="0">
                <a:solidFill>
                  <a:srgbClr val="52636D"/>
                </a:solidFill>
                <a:latin typeface="DejaVu Sans"/>
                <a:ea typeface="DejaVu Sans"/>
                <a:cs typeface="DejaVu Sans"/>
              </a:defRPr>
            </a:lvl5pPr>
            <a:lvl6pPr>
              <a:defRPr sz="1125" b="0">
                <a:solidFill>
                  <a:srgbClr val="52636D"/>
                </a:solidFill>
                <a:latin typeface="DejaVu Sans"/>
                <a:ea typeface="DejaVu Sans"/>
                <a:cs typeface="DejaVu Sans"/>
              </a:defRPr>
            </a:lvl6pPr>
            <a:lvl7pPr>
              <a:defRPr sz="1125" b="0">
                <a:solidFill>
                  <a:srgbClr val="52636D"/>
                </a:solidFill>
                <a:latin typeface="DejaVu Sans"/>
                <a:ea typeface="DejaVu Sans"/>
                <a:cs typeface="DejaVu Sans"/>
              </a:defRPr>
            </a:lvl7pPr>
            <a:lvl8pPr>
              <a:defRPr sz="1125" b="0">
                <a:solidFill>
                  <a:srgbClr val="52636D"/>
                </a:solidFill>
                <a:latin typeface="DejaVu Sans"/>
                <a:ea typeface="DejaVu Sans"/>
                <a:cs typeface="DejaVu Sans"/>
              </a:defRPr>
            </a:lvl8pPr>
            <a:lvl9pPr>
              <a:defRPr sz="1125" b="0">
                <a:solidFill>
                  <a:srgbClr val="52636D"/>
                </a:solidFill>
                <a:latin typeface="DejaVu Sans"/>
                <a:ea typeface="DejaVu Sans"/>
                <a:cs typeface="DejaVu Sans"/>
              </a:defRPr>
            </a:lvl9pPr>
          </a:lstStyle>
          <a:p xmlns:a="http://schemas.openxmlformats.org/drawingml/2006/main">
            <a:pPr>
              <a:defRPr sz="1125" b="0">
                <a:solidFill>
                  <a:srgbClr val="52636D"/>
                </a:solidFill>
                <a:latin typeface="DejaVu Sans"/>
                <a:ea typeface="DejaVu Sans"/>
                <a:cs typeface="DejaVu Sans"/>
              </a:defRPr>
            </a:pPr>
            <a:r>
              <a:rPr sz="1125" b="0">
                <a:solidFill>
                  <a:srgbClr val="52636D"/>
                </a:solidFill>
                <a:latin typeface="DejaVu Sans"/>
                <a:ea typeface="DejaVu Sans"/>
                <a:cs typeface="DejaVu Sans"/>
              </a:rPr>
              <a:t>Dizeo   Programación III   Progreso 1</a:t>
            </a:r>
          </a:p>
        </p:txBody>
      </p:sp>
      <p:sp>
        <p:nvSpPr>
          <p:cNvPr id="3" name="texto-2">
            <a:extLst xmlns:a="http://schemas.openxmlformats.org/drawingml/2006/main">
              <a:ext uri="{FF2B5EF4-FFF2-40B4-BE49-F238E27FC236}">
                <a16:creationId xmlns:a16="http://schemas.microsoft.com/office/drawing/2014/main" id="{0F08A71E-3AFC-466D-ADFB-9E141816DB9C}"/>
              </a:ext>
            </a:extLst>
          </p:cNvPr>
          <p:cNvSpPr>
            <a:spLocks xmlns:a="http://schemas.openxmlformats.org/drawingml/2006/main" noGrp="1"/>
          </p:cNvSpPr>
          <p:nvPr/>
        </p:nvSpPr>
        <p:spPr>
          <a:xfrm xmlns:a="http://schemas.openxmlformats.org/drawingml/2006/main">
            <a:off x="11239500" y="649605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125" b="0">
                <a:solidFill>
                  <a:srgbClr val="52636D"/>
                </a:solidFill>
                <a:latin typeface="DejaVu Sans"/>
                <a:ea typeface="DejaVu Sans"/>
                <a:cs typeface="DejaVu Sans"/>
              </a:defRPr>
            </a:defPPr>
            <a:lvl1pPr>
              <a:defRPr sz="1125" b="0">
                <a:solidFill>
                  <a:srgbClr val="52636D"/>
                </a:solidFill>
                <a:latin typeface="DejaVu Sans"/>
                <a:ea typeface="DejaVu Sans"/>
                <a:cs typeface="DejaVu Sans"/>
              </a:defRPr>
            </a:lvl1pPr>
            <a:lvl2pPr>
              <a:defRPr sz="1125" b="0">
                <a:solidFill>
                  <a:srgbClr val="52636D"/>
                </a:solidFill>
                <a:latin typeface="DejaVu Sans"/>
                <a:ea typeface="DejaVu Sans"/>
                <a:cs typeface="DejaVu Sans"/>
              </a:defRPr>
            </a:lvl2pPr>
            <a:lvl3pPr>
              <a:defRPr sz="1125" b="0">
                <a:solidFill>
                  <a:srgbClr val="52636D"/>
                </a:solidFill>
                <a:latin typeface="DejaVu Sans"/>
                <a:ea typeface="DejaVu Sans"/>
                <a:cs typeface="DejaVu Sans"/>
              </a:defRPr>
            </a:lvl3pPr>
            <a:lvl4pPr>
              <a:defRPr sz="1125" b="0">
                <a:solidFill>
                  <a:srgbClr val="52636D"/>
                </a:solidFill>
                <a:latin typeface="DejaVu Sans"/>
                <a:ea typeface="DejaVu Sans"/>
                <a:cs typeface="DejaVu Sans"/>
              </a:defRPr>
            </a:lvl4pPr>
            <a:lvl5pPr>
              <a:defRPr sz="1125" b="0">
                <a:solidFill>
                  <a:srgbClr val="52636D"/>
                </a:solidFill>
                <a:latin typeface="DejaVu Sans"/>
                <a:ea typeface="DejaVu Sans"/>
                <a:cs typeface="DejaVu Sans"/>
              </a:defRPr>
            </a:lvl5pPr>
            <a:lvl6pPr>
              <a:defRPr sz="1125" b="0">
                <a:solidFill>
                  <a:srgbClr val="52636D"/>
                </a:solidFill>
                <a:latin typeface="DejaVu Sans"/>
                <a:ea typeface="DejaVu Sans"/>
                <a:cs typeface="DejaVu Sans"/>
              </a:defRPr>
            </a:lvl6pPr>
            <a:lvl7pPr>
              <a:defRPr sz="1125" b="0">
                <a:solidFill>
                  <a:srgbClr val="52636D"/>
                </a:solidFill>
                <a:latin typeface="DejaVu Sans"/>
                <a:ea typeface="DejaVu Sans"/>
                <a:cs typeface="DejaVu Sans"/>
              </a:defRPr>
            </a:lvl7pPr>
            <a:lvl8pPr>
              <a:defRPr sz="1125" b="0">
                <a:solidFill>
                  <a:srgbClr val="52636D"/>
                </a:solidFill>
                <a:latin typeface="DejaVu Sans"/>
                <a:ea typeface="DejaVu Sans"/>
                <a:cs typeface="DejaVu Sans"/>
              </a:defRPr>
            </a:lvl8pPr>
            <a:lvl9pPr>
              <a:defRPr sz="1125" b="0">
                <a:solidFill>
                  <a:srgbClr val="52636D"/>
                </a:solidFill>
                <a:latin typeface="DejaVu Sans"/>
                <a:ea typeface="DejaVu Sans"/>
                <a:cs typeface="DejaVu Sans"/>
              </a:defRPr>
            </a:lvl9pPr>
          </a:lstStyle>
          <a:p xmlns:a="http://schemas.openxmlformats.org/drawingml/2006/main">
            <a:pPr>
              <a:defRPr sz="1125" b="0">
                <a:solidFill>
                  <a:srgbClr val="52636D"/>
                </a:solidFill>
                <a:latin typeface="DejaVu Sans"/>
                <a:ea typeface="DejaVu Sans"/>
                <a:cs typeface="DejaVu Sans"/>
              </a:defRPr>
            </a:pPr>
            <a:r>
              <a:rPr sz="1125" b="0">
                <a:solidFill>
                  <a:srgbClr val="52636D"/>
                </a:solidFill>
                <a:latin typeface="DejaVu Sans"/>
                <a:ea typeface="DejaVu Sans"/>
                <a:cs typeface="DejaVu Sans"/>
              </a:rPr>
              <a:t>2</a:t>
            </a:r>
          </a:p>
        </p:txBody>
      </p:sp>
      <p:sp>
        <p:nvSpPr>
          <p:cNvPr id="4" name="texto-3">
            <a:extLst xmlns:a="http://schemas.openxmlformats.org/drawingml/2006/main">
              <a:ext uri="{FF2B5EF4-FFF2-40B4-BE49-F238E27FC236}">
                <a16:creationId xmlns:a16="http://schemas.microsoft.com/office/drawing/2014/main" id="{99B4B6FF-9B79-4FFF-9287-1CF85E48966E}"/>
              </a:ext>
            </a:extLst>
          </p:cNvPr>
          <p:cNvSpPr>
            <a:spLocks xmlns:a="http://schemas.openxmlformats.org/drawingml/2006/main" noGrp="1"/>
          </p:cNvSpPr>
          <p:nvPr/>
        </p:nvSpPr>
        <p:spPr>
          <a:xfrm xmlns:a="http://schemas.openxmlformats.org/drawingml/2006/main">
            <a:off x="609600" y="1524000"/>
            <a:ext cx="2571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250" b="1">
                <a:solidFill>
                  <a:srgbClr val="007D87"/>
                </a:solidFill>
                <a:latin typeface="DejaVu Sans"/>
                <a:ea typeface="DejaVu Sans"/>
                <a:cs typeface="DejaVu Sans"/>
              </a:defRPr>
            </a:defPPr>
            <a:lvl1pPr>
              <a:defRPr sz="2250" b="1">
                <a:solidFill>
                  <a:srgbClr val="007D87"/>
                </a:solidFill>
                <a:latin typeface="DejaVu Sans"/>
                <a:ea typeface="DejaVu Sans"/>
                <a:cs typeface="DejaVu Sans"/>
              </a:defRPr>
            </a:lvl1pPr>
            <a:lvl2pPr>
              <a:defRPr sz="2250" b="1">
                <a:solidFill>
                  <a:srgbClr val="007D87"/>
                </a:solidFill>
                <a:latin typeface="DejaVu Sans"/>
                <a:ea typeface="DejaVu Sans"/>
                <a:cs typeface="DejaVu Sans"/>
              </a:defRPr>
            </a:lvl2pPr>
            <a:lvl3pPr>
              <a:defRPr sz="2250" b="1">
                <a:solidFill>
                  <a:srgbClr val="007D87"/>
                </a:solidFill>
                <a:latin typeface="DejaVu Sans"/>
                <a:ea typeface="DejaVu Sans"/>
                <a:cs typeface="DejaVu Sans"/>
              </a:defRPr>
            </a:lvl3pPr>
            <a:lvl4pPr>
              <a:defRPr sz="2250" b="1">
                <a:solidFill>
                  <a:srgbClr val="007D87"/>
                </a:solidFill>
                <a:latin typeface="DejaVu Sans"/>
                <a:ea typeface="DejaVu Sans"/>
                <a:cs typeface="DejaVu Sans"/>
              </a:defRPr>
            </a:lvl4pPr>
            <a:lvl5pPr>
              <a:defRPr sz="2250" b="1">
                <a:solidFill>
                  <a:srgbClr val="007D87"/>
                </a:solidFill>
                <a:latin typeface="DejaVu Sans"/>
                <a:ea typeface="DejaVu Sans"/>
                <a:cs typeface="DejaVu Sans"/>
              </a:defRPr>
            </a:lvl5pPr>
            <a:lvl6pPr>
              <a:defRPr sz="2250" b="1">
                <a:solidFill>
                  <a:srgbClr val="007D87"/>
                </a:solidFill>
                <a:latin typeface="DejaVu Sans"/>
                <a:ea typeface="DejaVu Sans"/>
                <a:cs typeface="DejaVu Sans"/>
              </a:defRPr>
            </a:lvl6pPr>
            <a:lvl7pPr>
              <a:defRPr sz="2250" b="1">
                <a:solidFill>
                  <a:srgbClr val="007D87"/>
                </a:solidFill>
                <a:latin typeface="DejaVu Sans"/>
                <a:ea typeface="DejaVu Sans"/>
                <a:cs typeface="DejaVu Sans"/>
              </a:defRPr>
            </a:lvl7pPr>
            <a:lvl8pPr>
              <a:defRPr sz="2250" b="1">
                <a:solidFill>
                  <a:srgbClr val="007D87"/>
                </a:solidFill>
                <a:latin typeface="DejaVu Sans"/>
                <a:ea typeface="DejaVu Sans"/>
                <a:cs typeface="DejaVu Sans"/>
              </a:defRPr>
            </a:lvl8pPr>
            <a:lvl9pPr>
              <a:defRPr sz="2250" b="1">
                <a:solidFill>
                  <a:srgbClr val="007D87"/>
                </a:solidFill>
                <a:latin typeface="DejaVu Sans"/>
                <a:ea typeface="DejaVu Sans"/>
                <a:cs typeface="DejaVu Sans"/>
              </a:defRPr>
            </a:lvl9pPr>
          </a:lstStyle>
          <a:p xmlns:a="http://schemas.openxmlformats.org/drawingml/2006/main">
            <a:pPr>
              <a:defRPr sz="2250" b="1">
                <a:solidFill>
                  <a:srgbClr val="007D87"/>
                </a:solidFill>
                <a:latin typeface="DejaVu Sans"/>
                <a:ea typeface="DejaVu Sans"/>
                <a:cs typeface="DejaVu Sans"/>
              </a:defRPr>
            </a:pPr>
            <a:r>
              <a:rPr sz="2250" b="1">
                <a:solidFill>
                  <a:srgbClr val="007D87"/>
                </a:solidFill>
                <a:latin typeface="DejaVu Sans"/>
                <a:ea typeface="DejaVu Sans"/>
                <a:cs typeface="DejaVu Sans"/>
              </a:rPr>
              <a:t>Registro actual</a:t>
            </a:r>
          </a:p>
        </p:txBody>
      </p:sp>
      <p:sp>
        <p:nvSpPr>
          <p:cNvPr id="5" name="texto-4">
            <a:extLst xmlns:a="http://schemas.openxmlformats.org/drawingml/2006/main">
              <a:ext uri="{FF2B5EF4-FFF2-40B4-BE49-F238E27FC236}">
                <a16:creationId xmlns:a16="http://schemas.microsoft.com/office/drawing/2014/main" id="{4AA0D90F-E100-4134-B8B2-114D234B665B}"/>
              </a:ext>
            </a:extLst>
          </p:cNvPr>
          <p:cNvSpPr>
            <a:spLocks xmlns:a="http://schemas.openxmlformats.org/drawingml/2006/main" noGrp="1"/>
          </p:cNvSpPr>
          <p:nvPr/>
        </p:nvSpPr>
        <p:spPr>
          <a:xfrm xmlns:a="http://schemas.openxmlformats.org/drawingml/2006/main">
            <a:off x="3476625" y="1524000"/>
            <a:ext cx="8048625"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325" b="0">
                <a:solidFill>
                  <a:srgbClr val="163447"/>
                </a:solidFill>
                <a:latin typeface="DejaVu Sans"/>
                <a:ea typeface="DejaVu Sans"/>
                <a:cs typeface="DejaVu Sans"/>
              </a:defRPr>
            </a:defPPr>
            <a:lvl1pPr>
              <a:defRPr sz="2325" b="0">
                <a:solidFill>
                  <a:srgbClr val="163447"/>
                </a:solidFill>
                <a:latin typeface="DejaVu Sans"/>
                <a:ea typeface="DejaVu Sans"/>
                <a:cs typeface="DejaVu Sans"/>
              </a:defRPr>
            </a:lvl1pPr>
            <a:lvl2pPr>
              <a:defRPr sz="2325" b="0">
                <a:solidFill>
                  <a:srgbClr val="163447"/>
                </a:solidFill>
                <a:latin typeface="DejaVu Sans"/>
                <a:ea typeface="DejaVu Sans"/>
                <a:cs typeface="DejaVu Sans"/>
              </a:defRPr>
            </a:lvl2pPr>
            <a:lvl3pPr>
              <a:defRPr sz="2325" b="0">
                <a:solidFill>
                  <a:srgbClr val="163447"/>
                </a:solidFill>
                <a:latin typeface="DejaVu Sans"/>
                <a:ea typeface="DejaVu Sans"/>
                <a:cs typeface="DejaVu Sans"/>
              </a:defRPr>
            </a:lvl3pPr>
            <a:lvl4pPr>
              <a:defRPr sz="2325" b="0">
                <a:solidFill>
                  <a:srgbClr val="163447"/>
                </a:solidFill>
                <a:latin typeface="DejaVu Sans"/>
                <a:ea typeface="DejaVu Sans"/>
                <a:cs typeface="DejaVu Sans"/>
              </a:defRPr>
            </a:lvl4pPr>
            <a:lvl5pPr>
              <a:defRPr sz="2325" b="0">
                <a:solidFill>
                  <a:srgbClr val="163447"/>
                </a:solidFill>
                <a:latin typeface="DejaVu Sans"/>
                <a:ea typeface="DejaVu Sans"/>
                <a:cs typeface="DejaVu Sans"/>
              </a:defRPr>
            </a:lvl5pPr>
            <a:lvl6pPr>
              <a:defRPr sz="2325" b="0">
                <a:solidFill>
                  <a:srgbClr val="163447"/>
                </a:solidFill>
                <a:latin typeface="DejaVu Sans"/>
                <a:ea typeface="DejaVu Sans"/>
                <a:cs typeface="DejaVu Sans"/>
              </a:defRPr>
            </a:lvl6pPr>
            <a:lvl7pPr>
              <a:defRPr sz="2325" b="0">
                <a:solidFill>
                  <a:srgbClr val="163447"/>
                </a:solidFill>
                <a:latin typeface="DejaVu Sans"/>
                <a:ea typeface="DejaVu Sans"/>
                <a:cs typeface="DejaVu Sans"/>
              </a:defRPr>
            </a:lvl7pPr>
            <a:lvl8pPr>
              <a:defRPr sz="2325" b="0">
                <a:solidFill>
                  <a:srgbClr val="163447"/>
                </a:solidFill>
                <a:latin typeface="DejaVu Sans"/>
                <a:ea typeface="DejaVu Sans"/>
                <a:cs typeface="DejaVu Sans"/>
              </a:defRPr>
            </a:lvl8pPr>
            <a:lvl9pPr>
              <a:defRPr sz="2325" b="0">
                <a:solidFill>
                  <a:srgbClr val="163447"/>
                </a:solidFill>
                <a:latin typeface="DejaVu Sans"/>
                <a:ea typeface="DejaVu Sans"/>
                <a:cs typeface="DejaVu Sans"/>
              </a:defRPr>
            </a:lvl9pPr>
          </a:lstStyle>
          <a:p xmlns:a="http://schemas.openxmlformats.org/drawingml/2006/main">
            <a:pPr>
              <a:defRPr sz="2325" b="0">
                <a:solidFill>
                  <a:srgbClr val="163447"/>
                </a:solidFill>
                <a:latin typeface="DejaVu Sans"/>
                <a:ea typeface="DejaVu Sans"/>
                <a:cs typeface="DejaVu Sans"/>
              </a:defRPr>
            </a:pPr>
            <a:r>
              <a:rPr sz="2325" b="0">
                <a:solidFill>
                  <a:srgbClr val="163447"/>
                </a:solidFill>
                <a:latin typeface="DejaVu Sans"/>
                <a:ea typeface="DejaVu Sans"/>
                <a:cs typeface="DejaVu Sans"/>
              </a:rPr>
              <a:t>Las asignaciones se registran en Excel. Es necesario relacionar prioridad, especialidad y horarios al distribuir actividades.</a:t>
            </a:r>
          </a:p>
        </p:txBody>
      </p:sp>
      <p:sp>
        <p:nvSpPr>
          <p:cNvPr id="6" name="texto-5">
            <a:extLst xmlns:a="http://schemas.openxmlformats.org/drawingml/2006/main">
              <a:ext uri="{FF2B5EF4-FFF2-40B4-BE49-F238E27FC236}">
                <a16:creationId xmlns:a16="http://schemas.microsoft.com/office/drawing/2014/main" id="{F355AD5B-6F81-40B2-9F59-ED286D57E640}"/>
              </a:ext>
            </a:extLst>
          </p:cNvPr>
          <p:cNvSpPr>
            <a:spLocks xmlns:a="http://schemas.openxmlformats.org/drawingml/2006/main" noGrp="1"/>
          </p:cNvSpPr>
          <p:nvPr/>
        </p:nvSpPr>
        <p:spPr>
          <a:xfrm xmlns:a="http://schemas.openxmlformats.org/drawingml/2006/main">
            <a:off x="609600" y="2952750"/>
            <a:ext cx="2571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250" b="1">
                <a:solidFill>
                  <a:srgbClr val="007D87"/>
                </a:solidFill>
                <a:latin typeface="DejaVu Sans"/>
                <a:ea typeface="DejaVu Sans"/>
                <a:cs typeface="DejaVu Sans"/>
              </a:defRPr>
            </a:defPPr>
            <a:lvl1pPr>
              <a:defRPr sz="2250" b="1">
                <a:solidFill>
                  <a:srgbClr val="007D87"/>
                </a:solidFill>
                <a:latin typeface="DejaVu Sans"/>
                <a:ea typeface="DejaVu Sans"/>
                <a:cs typeface="DejaVu Sans"/>
              </a:defRPr>
            </a:lvl1pPr>
            <a:lvl2pPr>
              <a:defRPr sz="2250" b="1">
                <a:solidFill>
                  <a:srgbClr val="007D87"/>
                </a:solidFill>
                <a:latin typeface="DejaVu Sans"/>
                <a:ea typeface="DejaVu Sans"/>
                <a:cs typeface="DejaVu Sans"/>
              </a:defRPr>
            </a:lvl2pPr>
            <a:lvl3pPr>
              <a:defRPr sz="2250" b="1">
                <a:solidFill>
                  <a:srgbClr val="007D87"/>
                </a:solidFill>
                <a:latin typeface="DejaVu Sans"/>
                <a:ea typeface="DejaVu Sans"/>
                <a:cs typeface="DejaVu Sans"/>
              </a:defRPr>
            </a:lvl3pPr>
            <a:lvl4pPr>
              <a:defRPr sz="2250" b="1">
                <a:solidFill>
                  <a:srgbClr val="007D87"/>
                </a:solidFill>
                <a:latin typeface="DejaVu Sans"/>
                <a:ea typeface="DejaVu Sans"/>
                <a:cs typeface="DejaVu Sans"/>
              </a:defRPr>
            </a:lvl4pPr>
            <a:lvl5pPr>
              <a:defRPr sz="2250" b="1">
                <a:solidFill>
                  <a:srgbClr val="007D87"/>
                </a:solidFill>
                <a:latin typeface="DejaVu Sans"/>
                <a:ea typeface="DejaVu Sans"/>
                <a:cs typeface="DejaVu Sans"/>
              </a:defRPr>
            </a:lvl5pPr>
            <a:lvl6pPr>
              <a:defRPr sz="2250" b="1">
                <a:solidFill>
                  <a:srgbClr val="007D87"/>
                </a:solidFill>
                <a:latin typeface="DejaVu Sans"/>
                <a:ea typeface="DejaVu Sans"/>
                <a:cs typeface="DejaVu Sans"/>
              </a:defRPr>
            </a:lvl6pPr>
            <a:lvl7pPr>
              <a:defRPr sz="2250" b="1">
                <a:solidFill>
                  <a:srgbClr val="007D87"/>
                </a:solidFill>
                <a:latin typeface="DejaVu Sans"/>
                <a:ea typeface="DejaVu Sans"/>
                <a:cs typeface="DejaVu Sans"/>
              </a:defRPr>
            </a:lvl7pPr>
            <a:lvl8pPr>
              <a:defRPr sz="2250" b="1">
                <a:solidFill>
                  <a:srgbClr val="007D87"/>
                </a:solidFill>
                <a:latin typeface="DejaVu Sans"/>
                <a:ea typeface="DejaVu Sans"/>
                <a:cs typeface="DejaVu Sans"/>
              </a:defRPr>
            </a:lvl8pPr>
            <a:lvl9pPr>
              <a:defRPr sz="2250" b="1">
                <a:solidFill>
                  <a:srgbClr val="007D87"/>
                </a:solidFill>
                <a:latin typeface="DejaVu Sans"/>
                <a:ea typeface="DejaVu Sans"/>
                <a:cs typeface="DejaVu Sans"/>
              </a:defRPr>
            </a:lvl9pPr>
          </a:lstStyle>
          <a:p xmlns:a="http://schemas.openxmlformats.org/drawingml/2006/main">
            <a:pPr>
              <a:defRPr sz="2250" b="1">
                <a:solidFill>
                  <a:srgbClr val="007D87"/>
                </a:solidFill>
                <a:latin typeface="DejaVu Sans"/>
                <a:ea typeface="DejaVu Sans"/>
                <a:cs typeface="DejaVu Sans"/>
              </a:defRPr>
            </a:pPr>
            <a:r>
              <a:rPr sz="2250" b="1">
                <a:solidFill>
                  <a:srgbClr val="007D87"/>
                </a:solidFill>
                <a:latin typeface="DejaVu Sans"/>
                <a:ea typeface="DejaVu Sans"/>
                <a:cs typeface="DejaVu Sans"/>
              </a:rPr>
              <a:t>Actores</a:t>
            </a:r>
          </a:p>
        </p:txBody>
      </p:sp>
      <p:sp>
        <p:nvSpPr>
          <p:cNvPr id="7" name="texto-6">
            <a:extLst xmlns:a="http://schemas.openxmlformats.org/drawingml/2006/main">
              <a:ext uri="{FF2B5EF4-FFF2-40B4-BE49-F238E27FC236}">
                <a16:creationId xmlns:a16="http://schemas.microsoft.com/office/drawing/2014/main" id="{83D1803D-4371-4059-818A-ED84CBFE5A18}"/>
              </a:ext>
            </a:extLst>
          </p:cNvPr>
          <p:cNvSpPr>
            <a:spLocks xmlns:a="http://schemas.openxmlformats.org/drawingml/2006/main" noGrp="1"/>
          </p:cNvSpPr>
          <p:nvPr/>
        </p:nvSpPr>
        <p:spPr>
          <a:xfrm xmlns:a="http://schemas.openxmlformats.org/drawingml/2006/main">
            <a:off x="3476625" y="2952750"/>
            <a:ext cx="8048625"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175" b="0">
                <a:solidFill>
                  <a:srgbClr val="163447"/>
                </a:solidFill>
                <a:latin typeface="DejaVu Sans"/>
                <a:ea typeface="DejaVu Sans"/>
                <a:cs typeface="DejaVu Sans"/>
              </a:defRPr>
            </a:defPPr>
            <a:lvl1pPr>
              <a:defRPr sz="2175" b="0">
                <a:solidFill>
                  <a:srgbClr val="163447"/>
                </a:solidFill>
                <a:latin typeface="DejaVu Sans"/>
                <a:ea typeface="DejaVu Sans"/>
                <a:cs typeface="DejaVu Sans"/>
              </a:defRPr>
            </a:lvl1pPr>
            <a:lvl2pPr>
              <a:defRPr sz="2175" b="0">
                <a:solidFill>
                  <a:srgbClr val="163447"/>
                </a:solidFill>
                <a:latin typeface="DejaVu Sans"/>
                <a:ea typeface="DejaVu Sans"/>
                <a:cs typeface="DejaVu Sans"/>
              </a:defRPr>
            </a:lvl2pPr>
            <a:lvl3pPr>
              <a:defRPr sz="2175" b="0">
                <a:solidFill>
                  <a:srgbClr val="163447"/>
                </a:solidFill>
                <a:latin typeface="DejaVu Sans"/>
                <a:ea typeface="DejaVu Sans"/>
                <a:cs typeface="DejaVu Sans"/>
              </a:defRPr>
            </a:lvl3pPr>
            <a:lvl4pPr>
              <a:defRPr sz="2175" b="0">
                <a:solidFill>
                  <a:srgbClr val="163447"/>
                </a:solidFill>
                <a:latin typeface="DejaVu Sans"/>
                <a:ea typeface="DejaVu Sans"/>
                <a:cs typeface="DejaVu Sans"/>
              </a:defRPr>
            </a:lvl4pPr>
            <a:lvl5pPr>
              <a:defRPr sz="2175" b="0">
                <a:solidFill>
                  <a:srgbClr val="163447"/>
                </a:solidFill>
                <a:latin typeface="DejaVu Sans"/>
                <a:ea typeface="DejaVu Sans"/>
                <a:cs typeface="DejaVu Sans"/>
              </a:defRPr>
            </a:lvl5pPr>
            <a:lvl6pPr>
              <a:defRPr sz="2175" b="0">
                <a:solidFill>
                  <a:srgbClr val="163447"/>
                </a:solidFill>
                <a:latin typeface="DejaVu Sans"/>
                <a:ea typeface="DejaVu Sans"/>
                <a:cs typeface="DejaVu Sans"/>
              </a:defRPr>
            </a:lvl6pPr>
            <a:lvl7pPr>
              <a:defRPr sz="2175" b="0">
                <a:solidFill>
                  <a:srgbClr val="163447"/>
                </a:solidFill>
                <a:latin typeface="DejaVu Sans"/>
                <a:ea typeface="DejaVu Sans"/>
                <a:cs typeface="DejaVu Sans"/>
              </a:defRPr>
            </a:lvl7pPr>
            <a:lvl8pPr>
              <a:defRPr sz="2175" b="0">
                <a:solidFill>
                  <a:srgbClr val="163447"/>
                </a:solidFill>
                <a:latin typeface="DejaVu Sans"/>
                <a:ea typeface="DejaVu Sans"/>
                <a:cs typeface="DejaVu Sans"/>
              </a:defRPr>
            </a:lvl8pPr>
            <a:lvl9pPr>
              <a:defRPr sz="2175" b="0">
                <a:solidFill>
                  <a:srgbClr val="163447"/>
                </a:solidFill>
                <a:latin typeface="DejaVu Sans"/>
                <a:ea typeface="DejaVu Sans"/>
                <a:cs typeface="DejaVu Sans"/>
              </a:defRPr>
            </a:lvl9pPr>
          </a:lstStyle>
          <a:p xmlns:a="http://schemas.openxmlformats.org/drawingml/2006/main">
            <a:pPr>
              <a:defRPr sz="2175" b="0">
                <a:solidFill>
                  <a:srgbClr val="163447"/>
                </a:solidFill>
                <a:latin typeface="DejaVu Sans"/>
                <a:ea typeface="DejaVu Sans"/>
                <a:cs typeface="DejaVu Sans"/>
              </a:defRPr>
            </a:pPr>
            <a:r>
              <a:rPr sz="2175" b="0">
                <a:solidFill>
                  <a:srgbClr val="163447"/>
                </a:solidFill>
                <a:latin typeface="DejaVu Sans"/>
                <a:ea typeface="DejaVu Sans"/>
                <a:cs typeface="DejaVu Sans"/>
              </a:rPr>
              <a:t>Administrador: consulta obras.</a:t>
            </a:r>
          </a:p>
          <a:p xmlns:a="http://schemas.openxmlformats.org/drawingml/2006/main">
            <a:pPr>
              <a:defRPr sz="2175" b="0">
                <a:solidFill>
                  <a:srgbClr val="163447"/>
                </a:solidFill>
                <a:latin typeface="DejaVu Sans"/>
                <a:ea typeface="DejaVu Sans"/>
                <a:cs typeface="DejaVu Sans"/>
              </a:defRPr>
            </a:pPr>
            <a:r>
              <a:rPr sz="2175" b="0">
                <a:solidFill>
                  <a:srgbClr val="163447"/>
                </a:solidFill>
                <a:latin typeface="DejaVu Sans"/>
                <a:ea typeface="DejaVu Sans"/>
                <a:cs typeface="DejaVu Sans"/>
              </a:rPr>
              <a:t>Supervisor: prioriza y asigna.</a:t>
            </a:r>
          </a:p>
          <a:p xmlns:a="http://schemas.openxmlformats.org/drawingml/2006/main">
            <a:pPr>
              <a:defRPr sz="2175" b="0">
                <a:solidFill>
                  <a:srgbClr val="163447"/>
                </a:solidFill>
                <a:latin typeface="DejaVu Sans"/>
                <a:ea typeface="DejaVu Sans"/>
                <a:cs typeface="DejaVu Sans"/>
              </a:defRPr>
            </a:pPr>
            <a:r>
              <a:rPr sz="2175" b="0">
                <a:solidFill>
                  <a:srgbClr val="163447"/>
                </a:solidFill>
                <a:latin typeface="DejaVu Sans"/>
                <a:ea typeface="DejaVu Sans"/>
                <a:cs typeface="DejaVu Sans"/>
              </a:rPr>
              <a:t>Trabajadores: ejecutan y comunican avances.</a:t>
            </a:r>
          </a:p>
        </p:txBody>
      </p:sp>
      <p:sp>
        <p:nvSpPr>
          <p:cNvPr id="8" name="texto-7">
            <a:extLst xmlns:a="http://schemas.openxmlformats.org/drawingml/2006/main">
              <a:ext uri="{FF2B5EF4-FFF2-40B4-BE49-F238E27FC236}">
                <a16:creationId xmlns:a16="http://schemas.microsoft.com/office/drawing/2014/main" id="{EAB9CAB8-1E48-4DB5-9813-3041672734A0}"/>
              </a:ext>
            </a:extLst>
          </p:cNvPr>
          <p:cNvSpPr>
            <a:spLocks xmlns:a="http://schemas.openxmlformats.org/drawingml/2006/main" noGrp="1"/>
          </p:cNvSpPr>
          <p:nvPr/>
        </p:nvSpPr>
        <p:spPr>
          <a:xfrm xmlns:a="http://schemas.openxmlformats.org/drawingml/2006/main">
            <a:off x="609600" y="4667250"/>
            <a:ext cx="25717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250" b="1">
                <a:solidFill>
                  <a:srgbClr val="007D87"/>
                </a:solidFill>
                <a:latin typeface="DejaVu Sans"/>
                <a:ea typeface="DejaVu Sans"/>
                <a:cs typeface="DejaVu Sans"/>
              </a:defRPr>
            </a:defPPr>
            <a:lvl1pPr>
              <a:defRPr sz="2250" b="1">
                <a:solidFill>
                  <a:srgbClr val="007D87"/>
                </a:solidFill>
                <a:latin typeface="DejaVu Sans"/>
                <a:ea typeface="DejaVu Sans"/>
                <a:cs typeface="DejaVu Sans"/>
              </a:defRPr>
            </a:lvl1pPr>
            <a:lvl2pPr>
              <a:defRPr sz="2250" b="1">
                <a:solidFill>
                  <a:srgbClr val="007D87"/>
                </a:solidFill>
                <a:latin typeface="DejaVu Sans"/>
                <a:ea typeface="DejaVu Sans"/>
                <a:cs typeface="DejaVu Sans"/>
              </a:defRPr>
            </a:lvl2pPr>
            <a:lvl3pPr>
              <a:defRPr sz="2250" b="1">
                <a:solidFill>
                  <a:srgbClr val="007D87"/>
                </a:solidFill>
                <a:latin typeface="DejaVu Sans"/>
                <a:ea typeface="DejaVu Sans"/>
                <a:cs typeface="DejaVu Sans"/>
              </a:defRPr>
            </a:lvl3pPr>
            <a:lvl4pPr>
              <a:defRPr sz="2250" b="1">
                <a:solidFill>
                  <a:srgbClr val="007D87"/>
                </a:solidFill>
                <a:latin typeface="DejaVu Sans"/>
                <a:ea typeface="DejaVu Sans"/>
                <a:cs typeface="DejaVu Sans"/>
              </a:defRPr>
            </a:lvl4pPr>
            <a:lvl5pPr>
              <a:defRPr sz="2250" b="1">
                <a:solidFill>
                  <a:srgbClr val="007D87"/>
                </a:solidFill>
                <a:latin typeface="DejaVu Sans"/>
                <a:ea typeface="DejaVu Sans"/>
                <a:cs typeface="DejaVu Sans"/>
              </a:defRPr>
            </a:lvl5pPr>
            <a:lvl6pPr>
              <a:defRPr sz="2250" b="1">
                <a:solidFill>
                  <a:srgbClr val="007D87"/>
                </a:solidFill>
                <a:latin typeface="DejaVu Sans"/>
                <a:ea typeface="DejaVu Sans"/>
                <a:cs typeface="DejaVu Sans"/>
              </a:defRPr>
            </a:lvl6pPr>
            <a:lvl7pPr>
              <a:defRPr sz="2250" b="1">
                <a:solidFill>
                  <a:srgbClr val="007D87"/>
                </a:solidFill>
                <a:latin typeface="DejaVu Sans"/>
                <a:ea typeface="DejaVu Sans"/>
                <a:cs typeface="DejaVu Sans"/>
              </a:defRPr>
            </a:lvl7pPr>
            <a:lvl8pPr>
              <a:defRPr sz="2250" b="1">
                <a:solidFill>
                  <a:srgbClr val="007D87"/>
                </a:solidFill>
                <a:latin typeface="DejaVu Sans"/>
                <a:ea typeface="DejaVu Sans"/>
                <a:cs typeface="DejaVu Sans"/>
              </a:defRPr>
            </a:lvl8pPr>
            <a:lvl9pPr>
              <a:defRPr sz="2250" b="1">
                <a:solidFill>
                  <a:srgbClr val="007D87"/>
                </a:solidFill>
                <a:latin typeface="DejaVu Sans"/>
                <a:ea typeface="DejaVu Sans"/>
                <a:cs typeface="DejaVu Sans"/>
              </a:defRPr>
            </a:lvl9pPr>
          </a:lstStyle>
          <a:p xmlns:a="http://schemas.openxmlformats.org/drawingml/2006/main">
            <a:pPr>
              <a:defRPr sz="2250" b="1">
                <a:solidFill>
                  <a:srgbClr val="007D87"/>
                </a:solidFill>
                <a:latin typeface="DejaVu Sans"/>
                <a:ea typeface="DejaVu Sans"/>
                <a:cs typeface="DejaVu Sans"/>
              </a:defRPr>
            </a:pPr>
            <a:r>
              <a:rPr sz="2250" b="1">
                <a:solidFill>
                  <a:srgbClr val="007D87"/>
                </a:solidFill>
                <a:latin typeface="DejaVu Sans"/>
                <a:ea typeface="DejaVu Sans"/>
                <a:cs typeface="DejaVu Sans"/>
              </a:rPr>
              <a:t>Causas y consecuencias</a:t>
            </a:r>
          </a:p>
        </p:txBody>
      </p:sp>
      <p:sp>
        <p:nvSpPr>
          <p:cNvPr id="9" name="texto-8">
            <a:extLst xmlns:a="http://schemas.openxmlformats.org/drawingml/2006/main">
              <a:ext uri="{FF2B5EF4-FFF2-40B4-BE49-F238E27FC236}">
                <a16:creationId xmlns:a16="http://schemas.microsoft.com/office/drawing/2014/main" id="{F73E6F08-97ED-4F7B-AA19-895AA9BE9FB6}"/>
              </a:ext>
            </a:extLst>
          </p:cNvPr>
          <p:cNvSpPr>
            <a:spLocks xmlns:a="http://schemas.openxmlformats.org/drawingml/2006/main" noGrp="1"/>
          </p:cNvSpPr>
          <p:nvPr/>
        </p:nvSpPr>
        <p:spPr>
          <a:xfrm xmlns:a="http://schemas.openxmlformats.org/drawingml/2006/main">
            <a:off x="3476625" y="4667250"/>
            <a:ext cx="8048625"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175" b="0">
                <a:solidFill>
                  <a:srgbClr val="163447"/>
                </a:solidFill>
                <a:latin typeface="DejaVu Sans"/>
                <a:ea typeface="DejaVu Sans"/>
                <a:cs typeface="DejaVu Sans"/>
              </a:defRPr>
            </a:defPPr>
            <a:lvl1pPr>
              <a:defRPr sz="2175" b="0">
                <a:solidFill>
                  <a:srgbClr val="163447"/>
                </a:solidFill>
                <a:latin typeface="DejaVu Sans"/>
                <a:ea typeface="DejaVu Sans"/>
                <a:cs typeface="DejaVu Sans"/>
              </a:defRPr>
            </a:lvl1pPr>
            <a:lvl2pPr>
              <a:defRPr sz="2175" b="0">
                <a:solidFill>
                  <a:srgbClr val="163447"/>
                </a:solidFill>
                <a:latin typeface="DejaVu Sans"/>
                <a:ea typeface="DejaVu Sans"/>
                <a:cs typeface="DejaVu Sans"/>
              </a:defRPr>
            </a:lvl2pPr>
            <a:lvl3pPr>
              <a:defRPr sz="2175" b="0">
                <a:solidFill>
                  <a:srgbClr val="163447"/>
                </a:solidFill>
                <a:latin typeface="DejaVu Sans"/>
                <a:ea typeface="DejaVu Sans"/>
                <a:cs typeface="DejaVu Sans"/>
              </a:defRPr>
            </a:lvl3pPr>
            <a:lvl4pPr>
              <a:defRPr sz="2175" b="0">
                <a:solidFill>
                  <a:srgbClr val="163447"/>
                </a:solidFill>
                <a:latin typeface="DejaVu Sans"/>
                <a:ea typeface="DejaVu Sans"/>
                <a:cs typeface="DejaVu Sans"/>
              </a:defRPr>
            </a:lvl4pPr>
            <a:lvl5pPr>
              <a:defRPr sz="2175" b="0">
                <a:solidFill>
                  <a:srgbClr val="163447"/>
                </a:solidFill>
                <a:latin typeface="DejaVu Sans"/>
                <a:ea typeface="DejaVu Sans"/>
                <a:cs typeface="DejaVu Sans"/>
              </a:defRPr>
            </a:lvl5pPr>
            <a:lvl6pPr>
              <a:defRPr sz="2175" b="0">
                <a:solidFill>
                  <a:srgbClr val="163447"/>
                </a:solidFill>
                <a:latin typeface="DejaVu Sans"/>
                <a:ea typeface="DejaVu Sans"/>
                <a:cs typeface="DejaVu Sans"/>
              </a:defRPr>
            </a:lvl6pPr>
            <a:lvl7pPr>
              <a:defRPr sz="2175" b="0">
                <a:solidFill>
                  <a:srgbClr val="163447"/>
                </a:solidFill>
                <a:latin typeface="DejaVu Sans"/>
                <a:ea typeface="DejaVu Sans"/>
                <a:cs typeface="DejaVu Sans"/>
              </a:defRPr>
            </a:lvl7pPr>
            <a:lvl8pPr>
              <a:defRPr sz="2175" b="0">
                <a:solidFill>
                  <a:srgbClr val="163447"/>
                </a:solidFill>
                <a:latin typeface="DejaVu Sans"/>
                <a:ea typeface="DejaVu Sans"/>
                <a:cs typeface="DejaVu Sans"/>
              </a:defRPr>
            </a:lvl8pPr>
            <a:lvl9pPr>
              <a:defRPr sz="2175" b="0">
                <a:solidFill>
                  <a:srgbClr val="163447"/>
                </a:solidFill>
                <a:latin typeface="DejaVu Sans"/>
                <a:ea typeface="DejaVu Sans"/>
                <a:cs typeface="DejaVu Sans"/>
              </a:defRPr>
            </a:lvl9pPr>
          </a:lstStyle>
          <a:p xmlns:a="http://schemas.openxmlformats.org/drawingml/2006/main">
            <a:pPr>
              <a:defRPr sz="2175" b="0">
                <a:solidFill>
                  <a:srgbClr val="163447"/>
                </a:solidFill>
                <a:latin typeface="DejaVu Sans"/>
                <a:ea typeface="DejaVu Sans"/>
                <a:cs typeface="DejaVu Sans"/>
              </a:defRPr>
            </a:pPr>
            <a:r>
              <a:rPr sz="2175" b="0">
                <a:solidFill>
                  <a:srgbClr val="163447"/>
                </a:solidFill>
                <a:latin typeface="DejaVu Sans"/>
                <a:ea typeface="DejaVu Sans"/>
                <a:cs typeface="DejaVu Sans"/>
              </a:rPr>
              <a:t>Información dispersa y prioridades poco claras pueden generar cruces de horario, esperas y actividades atrasadas.</a:t>
            </a:r>
          </a:p>
        </p:txBody>
      </p:sp>
    </p:spTree>
    <p:extLst>
      <p:ext uri="{BB962C8B-B14F-4D97-AF65-F5344CB8AC3E}">
        <p14:creationId xmlns:p14="http://schemas.microsoft.com/office/powerpoint/2010/main" val="8336706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exto-0">
            <a:extLst xmlns:a="http://schemas.openxmlformats.org/drawingml/2006/main">
              <a:ext uri="{FF2B5EF4-FFF2-40B4-BE49-F238E27FC236}">
                <a16:creationId xmlns:a16="http://schemas.microsoft.com/office/drawing/2014/main" id="{2F7D20F7-7074-48CC-8587-493289686463}"/>
              </a:ext>
            </a:extLst>
          </p:cNvPr>
          <p:cNvSpPr>
            <a:spLocks xmlns:a="http://schemas.openxmlformats.org/drawingml/2006/main" noGrp="1"/>
          </p:cNvSpPr>
          <p:nvPr/>
        </p:nvSpPr>
        <p:spPr>
          <a:xfrm xmlns:a="http://schemas.openxmlformats.org/drawingml/2006/main">
            <a:off x="609600" y="400050"/>
            <a:ext cx="109728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300" b="1">
                <a:solidFill>
                  <a:srgbClr val="163447"/>
                </a:solidFill>
                <a:latin typeface="DejaVu Sans"/>
                <a:ea typeface="DejaVu Sans"/>
                <a:cs typeface="DejaVu Sans"/>
              </a:defRPr>
            </a:defPPr>
            <a:lvl1pPr>
              <a:defRPr sz="3300" b="1">
                <a:solidFill>
                  <a:srgbClr val="163447"/>
                </a:solidFill>
                <a:latin typeface="DejaVu Sans"/>
                <a:ea typeface="DejaVu Sans"/>
                <a:cs typeface="DejaVu Sans"/>
              </a:defRPr>
            </a:lvl1pPr>
            <a:lvl2pPr>
              <a:defRPr sz="3300" b="1">
                <a:solidFill>
                  <a:srgbClr val="163447"/>
                </a:solidFill>
                <a:latin typeface="DejaVu Sans"/>
                <a:ea typeface="DejaVu Sans"/>
                <a:cs typeface="DejaVu Sans"/>
              </a:defRPr>
            </a:lvl2pPr>
            <a:lvl3pPr>
              <a:defRPr sz="3300" b="1">
                <a:solidFill>
                  <a:srgbClr val="163447"/>
                </a:solidFill>
                <a:latin typeface="DejaVu Sans"/>
                <a:ea typeface="DejaVu Sans"/>
                <a:cs typeface="DejaVu Sans"/>
              </a:defRPr>
            </a:lvl3pPr>
            <a:lvl4pPr>
              <a:defRPr sz="3300" b="1">
                <a:solidFill>
                  <a:srgbClr val="163447"/>
                </a:solidFill>
                <a:latin typeface="DejaVu Sans"/>
                <a:ea typeface="DejaVu Sans"/>
                <a:cs typeface="DejaVu Sans"/>
              </a:defRPr>
            </a:lvl4pPr>
            <a:lvl5pPr>
              <a:defRPr sz="3300" b="1">
                <a:solidFill>
                  <a:srgbClr val="163447"/>
                </a:solidFill>
                <a:latin typeface="DejaVu Sans"/>
                <a:ea typeface="DejaVu Sans"/>
                <a:cs typeface="DejaVu Sans"/>
              </a:defRPr>
            </a:lvl5pPr>
            <a:lvl6pPr>
              <a:defRPr sz="3300" b="1">
                <a:solidFill>
                  <a:srgbClr val="163447"/>
                </a:solidFill>
                <a:latin typeface="DejaVu Sans"/>
                <a:ea typeface="DejaVu Sans"/>
                <a:cs typeface="DejaVu Sans"/>
              </a:defRPr>
            </a:lvl6pPr>
            <a:lvl7pPr>
              <a:defRPr sz="3300" b="1">
                <a:solidFill>
                  <a:srgbClr val="163447"/>
                </a:solidFill>
                <a:latin typeface="DejaVu Sans"/>
                <a:ea typeface="DejaVu Sans"/>
                <a:cs typeface="DejaVu Sans"/>
              </a:defRPr>
            </a:lvl7pPr>
            <a:lvl8pPr>
              <a:defRPr sz="3300" b="1">
                <a:solidFill>
                  <a:srgbClr val="163447"/>
                </a:solidFill>
                <a:latin typeface="DejaVu Sans"/>
                <a:ea typeface="DejaVu Sans"/>
                <a:cs typeface="DejaVu Sans"/>
              </a:defRPr>
            </a:lvl8pPr>
            <a:lvl9pPr>
              <a:defRPr sz="3300" b="1">
                <a:solidFill>
                  <a:srgbClr val="163447"/>
                </a:solidFill>
                <a:latin typeface="DejaVu Sans"/>
                <a:ea typeface="DejaVu Sans"/>
                <a:cs typeface="DejaVu Sans"/>
              </a:defRPr>
            </a:lvl9pPr>
          </a:lstStyle>
          <a:p xmlns:a="http://schemas.openxmlformats.org/drawingml/2006/main">
            <a:pPr>
              <a:defRPr sz="3300" b="1">
                <a:solidFill>
                  <a:srgbClr val="163447"/>
                </a:solidFill>
                <a:latin typeface="DejaVu Sans"/>
                <a:ea typeface="DejaVu Sans"/>
                <a:cs typeface="DejaVu Sans"/>
              </a:defRPr>
            </a:pPr>
            <a:r>
              <a:rPr sz="3300" b="1">
                <a:solidFill>
                  <a:srgbClr val="163447"/>
                </a:solidFill>
                <a:latin typeface="DejaVu Sans"/>
                <a:ea typeface="DejaVu Sans"/>
                <a:cs typeface="DejaVu Sans"/>
              </a:rPr>
              <a:t>Alcance, variables y restricciones</a:t>
            </a:r>
          </a:p>
        </p:txBody>
      </p:sp>
      <p:sp>
        <p:nvSpPr>
          <p:cNvPr id="2" name="texto-1">
            <a:extLst xmlns:a="http://schemas.openxmlformats.org/drawingml/2006/main">
              <a:ext uri="{FF2B5EF4-FFF2-40B4-BE49-F238E27FC236}">
                <a16:creationId xmlns:a16="http://schemas.microsoft.com/office/drawing/2014/main" id="{93D7EE23-61FB-4E42-B543-59651FD4FAC3}"/>
              </a:ext>
            </a:extLst>
          </p:cNvPr>
          <p:cNvSpPr>
            <a:spLocks xmlns:a="http://schemas.openxmlformats.org/drawingml/2006/main" noGrp="1"/>
          </p:cNvSpPr>
          <p:nvPr/>
        </p:nvSpPr>
        <p:spPr>
          <a:xfrm xmlns:a="http://schemas.openxmlformats.org/drawingml/2006/main">
            <a:off x="609600" y="64960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125" b="0">
                <a:solidFill>
                  <a:srgbClr val="52636D"/>
                </a:solidFill>
                <a:latin typeface="DejaVu Sans"/>
                <a:ea typeface="DejaVu Sans"/>
                <a:cs typeface="DejaVu Sans"/>
              </a:defRPr>
            </a:defPPr>
            <a:lvl1pPr>
              <a:defRPr sz="1125" b="0">
                <a:solidFill>
                  <a:srgbClr val="52636D"/>
                </a:solidFill>
                <a:latin typeface="DejaVu Sans"/>
                <a:ea typeface="DejaVu Sans"/>
                <a:cs typeface="DejaVu Sans"/>
              </a:defRPr>
            </a:lvl1pPr>
            <a:lvl2pPr>
              <a:defRPr sz="1125" b="0">
                <a:solidFill>
                  <a:srgbClr val="52636D"/>
                </a:solidFill>
                <a:latin typeface="DejaVu Sans"/>
                <a:ea typeface="DejaVu Sans"/>
                <a:cs typeface="DejaVu Sans"/>
              </a:defRPr>
            </a:lvl2pPr>
            <a:lvl3pPr>
              <a:defRPr sz="1125" b="0">
                <a:solidFill>
                  <a:srgbClr val="52636D"/>
                </a:solidFill>
                <a:latin typeface="DejaVu Sans"/>
                <a:ea typeface="DejaVu Sans"/>
                <a:cs typeface="DejaVu Sans"/>
              </a:defRPr>
            </a:lvl3pPr>
            <a:lvl4pPr>
              <a:defRPr sz="1125" b="0">
                <a:solidFill>
                  <a:srgbClr val="52636D"/>
                </a:solidFill>
                <a:latin typeface="DejaVu Sans"/>
                <a:ea typeface="DejaVu Sans"/>
                <a:cs typeface="DejaVu Sans"/>
              </a:defRPr>
            </a:lvl4pPr>
            <a:lvl5pPr>
              <a:defRPr sz="1125" b="0">
                <a:solidFill>
                  <a:srgbClr val="52636D"/>
                </a:solidFill>
                <a:latin typeface="DejaVu Sans"/>
                <a:ea typeface="DejaVu Sans"/>
                <a:cs typeface="DejaVu Sans"/>
              </a:defRPr>
            </a:lvl5pPr>
            <a:lvl6pPr>
              <a:defRPr sz="1125" b="0">
                <a:solidFill>
                  <a:srgbClr val="52636D"/>
                </a:solidFill>
                <a:latin typeface="DejaVu Sans"/>
                <a:ea typeface="DejaVu Sans"/>
                <a:cs typeface="DejaVu Sans"/>
              </a:defRPr>
            </a:lvl6pPr>
            <a:lvl7pPr>
              <a:defRPr sz="1125" b="0">
                <a:solidFill>
                  <a:srgbClr val="52636D"/>
                </a:solidFill>
                <a:latin typeface="DejaVu Sans"/>
                <a:ea typeface="DejaVu Sans"/>
                <a:cs typeface="DejaVu Sans"/>
              </a:defRPr>
            </a:lvl7pPr>
            <a:lvl8pPr>
              <a:defRPr sz="1125" b="0">
                <a:solidFill>
                  <a:srgbClr val="52636D"/>
                </a:solidFill>
                <a:latin typeface="DejaVu Sans"/>
                <a:ea typeface="DejaVu Sans"/>
                <a:cs typeface="DejaVu Sans"/>
              </a:defRPr>
            </a:lvl8pPr>
            <a:lvl9pPr>
              <a:defRPr sz="1125" b="0">
                <a:solidFill>
                  <a:srgbClr val="52636D"/>
                </a:solidFill>
                <a:latin typeface="DejaVu Sans"/>
                <a:ea typeface="DejaVu Sans"/>
                <a:cs typeface="DejaVu Sans"/>
              </a:defRPr>
            </a:lvl9pPr>
          </a:lstStyle>
          <a:p xmlns:a="http://schemas.openxmlformats.org/drawingml/2006/main">
            <a:pPr>
              <a:defRPr sz="1125" b="0">
                <a:solidFill>
                  <a:srgbClr val="52636D"/>
                </a:solidFill>
                <a:latin typeface="DejaVu Sans"/>
                <a:ea typeface="DejaVu Sans"/>
                <a:cs typeface="DejaVu Sans"/>
              </a:defRPr>
            </a:pPr>
            <a:r>
              <a:rPr sz="1125" b="0">
                <a:solidFill>
                  <a:srgbClr val="52636D"/>
                </a:solidFill>
                <a:latin typeface="DejaVu Sans"/>
                <a:ea typeface="DejaVu Sans"/>
                <a:cs typeface="DejaVu Sans"/>
              </a:rPr>
              <a:t>Dizeo   Programación III   Progreso 1</a:t>
            </a:r>
          </a:p>
        </p:txBody>
      </p:sp>
      <p:sp>
        <p:nvSpPr>
          <p:cNvPr id="3" name="texto-2">
            <a:extLst xmlns:a="http://schemas.openxmlformats.org/drawingml/2006/main">
              <a:ext uri="{FF2B5EF4-FFF2-40B4-BE49-F238E27FC236}">
                <a16:creationId xmlns:a16="http://schemas.microsoft.com/office/drawing/2014/main" id="{78F1A34E-D00A-42E9-859A-7FA6498F2586}"/>
              </a:ext>
            </a:extLst>
          </p:cNvPr>
          <p:cNvSpPr>
            <a:spLocks xmlns:a="http://schemas.openxmlformats.org/drawingml/2006/main" noGrp="1"/>
          </p:cNvSpPr>
          <p:nvPr/>
        </p:nvSpPr>
        <p:spPr>
          <a:xfrm xmlns:a="http://schemas.openxmlformats.org/drawingml/2006/main">
            <a:off x="11239500" y="649605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125" b="0">
                <a:solidFill>
                  <a:srgbClr val="52636D"/>
                </a:solidFill>
                <a:latin typeface="DejaVu Sans"/>
                <a:ea typeface="DejaVu Sans"/>
                <a:cs typeface="DejaVu Sans"/>
              </a:defRPr>
            </a:defPPr>
            <a:lvl1pPr>
              <a:defRPr sz="1125" b="0">
                <a:solidFill>
                  <a:srgbClr val="52636D"/>
                </a:solidFill>
                <a:latin typeface="DejaVu Sans"/>
                <a:ea typeface="DejaVu Sans"/>
                <a:cs typeface="DejaVu Sans"/>
              </a:defRPr>
            </a:lvl1pPr>
            <a:lvl2pPr>
              <a:defRPr sz="1125" b="0">
                <a:solidFill>
                  <a:srgbClr val="52636D"/>
                </a:solidFill>
                <a:latin typeface="DejaVu Sans"/>
                <a:ea typeface="DejaVu Sans"/>
                <a:cs typeface="DejaVu Sans"/>
              </a:defRPr>
            </a:lvl2pPr>
            <a:lvl3pPr>
              <a:defRPr sz="1125" b="0">
                <a:solidFill>
                  <a:srgbClr val="52636D"/>
                </a:solidFill>
                <a:latin typeface="DejaVu Sans"/>
                <a:ea typeface="DejaVu Sans"/>
                <a:cs typeface="DejaVu Sans"/>
              </a:defRPr>
            </a:lvl3pPr>
            <a:lvl4pPr>
              <a:defRPr sz="1125" b="0">
                <a:solidFill>
                  <a:srgbClr val="52636D"/>
                </a:solidFill>
                <a:latin typeface="DejaVu Sans"/>
                <a:ea typeface="DejaVu Sans"/>
                <a:cs typeface="DejaVu Sans"/>
              </a:defRPr>
            </a:lvl4pPr>
            <a:lvl5pPr>
              <a:defRPr sz="1125" b="0">
                <a:solidFill>
                  <a:srgbClr val="52636D"/>
                </a:solidFill>
                <a:latin typeface="DejaVu Sans"/>
                <a:ea typeface="DejaVu Sans"/>
                <a:cs typeface="DejaVu Sans"/>
              </a:defRPr>
            </a:lvl5pPr>
            <a:lvl6pPr>
              <a:defRPr sz="1125" b="0">
                <a:solidFill>
                  <a:srgbClr val="52636D"/>
                </a:solidFill>
                <a:latin typeface="DejaVu Sans"/>
                <a:ea typeface="DejaVu Sans"/>
                <a:cs typeface="DejaVu Sans"/>
              </a:defRPr>
            </a:lvl6pPr>
            <a:lvl7pPr>
              <a:defRPr sz="1125" b="0">
                <a:solidFill>
                  <a:srgbClr val="52636D"/>
                </a:solidFill>
                <a:latin typeface="DejaVu Sans"/>
                <a:ea typeface="DejaVu Sans"/>
                <a:cs typeface="DejaVu Sans"/>
              </a:defRPr>
            </a:lvl7pPr>
            <a:lvl8pPr>
              <a:defRPr sz="1125" b="0">
                <a:solidFill>
                  <a:srgbClr val="52636D"/>
                </a:solidFill>
                <a:latin typeface="DejaVu Sans"/>
                <a:ea typeface="DejaVu Sans"/>
                <a:cs typeface="DejaVu Sans"/>
              </a:defRPr>
            </a:lvl8pPr>
            <a:lvl9pPr>
              <a:defRPr sz="1125" b="0">
                <a:solidFill>
                  <a:srgbClr val="52636D"/>
                </a:solidFill>
                <a:latin typeface="DejaVu Sans"/>
                <a:ea typeface="DejaVu Sans"/>
                <a:cs typeface="DejaVu Sans"/>
              </a:defRPr>
            </a:lvl9pPr>
          </a:lstStyle>
          <a:p xmlns:a="http://schemas.openxmlformats.org/drawingml/2006/main">
            <a:pPr>
              <a:defRPr sz="1125" b="0">
                <a:solidFill>
                  <a:srgbClr val="52636D"/>
                </a:solidFill>
                <a:latin typeface="DejaVu Sans"/>
                <a:ea typeface="DejaVu Sans"/>
                <a:cs typeface="DejaVu Sans"/>
              </a:defRPr>
            </a:pPr>
            <a:r>
              <a:rPr sz="1125" b="0">
                <a:solidFill>
                  <a:srgbClr val="52636D"/>
                </a:solidFill>
                <a:latin typeface="DejaVu Sans"/>
                <a:ea typeface="DejaVu Sans"/>
                <a:cs typeface="DejaVu Sans"/>
              </a:rPr>
              <a:t>3</a:t>
            </a:r>
          </a:p>
        </p:txBody>
      </p:sp>
      <p:sp>
        <p:nvSpPr>
          <p:cNvPr id="4" name="texto-3">
            <a:extLst xmlns:a="http://schemas.openxmlformats.org/drawingml/2006/main">
              <a:ext uri="{FF2B5EF4-FFF2-40B4-BE49-F238E27FC236}">
                <a16:creationId xmlns:a16="http://schemas.microsoft.com/office/drawing/2014/main" id="{A1F52A87-0340-4E8F-841E-2B35F9591AB6}"/>
              </a:ext>
            </a:extLst>
          </p:cNvPr>
          <p:cNvSpPr>
            <a:spLocks xmlns:a="http://schemas.openxmlformats.org/drawingml/2006/main" noGrp="1"/>
          </p:cNvSpPr>
          <p:nvPr/>
        </p:nvSpPr>
        <p:spPr>
          <a:xfrm xmlns:a="http://schemas.openxmlformats.org/drawingml/2006/main">
            <a:off x="609600" y="1352550"/>
            <a:ext cx="1097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250" b="1">
                <a:solidFill>
                  <a:srgbClr val="007D87"/>
                </a:solidFill>
                <a:latin typeface="DejaVu Sans"/>
                <a:ea typeface="DejaVu Sans"/>
                <a:cs typeface="DejaVu Sans"/>
              </a:defRPr>
            </a:defPPr>
            <a:lvl1pPr>
              <a:defRPr sz="2250" b="1">
                <a:solidFill>
                  <a:srgbClr val="007D87"/>
                </a:solidFill>
                <a:latin typeface="DejaVu Sans"/>
                <a:ea typeface="DejaVu Sans"/>
                <a:cs typeface="DejaVu Sans"/>
              </a:defRPr>
            </a:lvl1pPr>
            <a:lvl2pPr>
              <a:defRPr sz="2250" b="1">
                <a:solidFill>
                  <a:srgbClr val="007D87"/>
                </a:solidFill>
                <a:latin typeface="DejaVu Sans"/>
                <a:ea typeface="DejaVu Sans"/>
                <a:cs typeface="DejaVu Sans"/>
              </a:defRPr>
            </a:lvl2pPr>
            <a:lvl3pPr>
              <a:defRPr sz="2250" b="1">
                <a:solidFill>
                  <a:srgbClr val="007D87"/>
                </a:solidFill>
                <a:latin typeface="DejaVu Sans"/>
                <a:ea typeface="DejaVu Sans"/>
                <a:cs typeface="DejaVu Sans"/>
              </a:defRPr>
            </a:lvl3pPr>
            <a:lvl4pPr>
              <a:defRPr sz="2250" b="1">
                <a:solidFill>
                  <a:srgbClr val="007D87"/>
                </a:solidFill>
                <a:latin typeface="DejaVu Sans"/>
                <a:ea typeface="DejaVu Sans"/>
                <a:cs typeface="DejaVu Sans"/>
              </a:defRPr>
            </a:lvl4pPr>
            <a:lvl5pPr>
              <a:defRPr sz="2250" b="1">
                <a:solidFill>
                  <a:srgbClr val="007D87"/>
                </a:solidFill>
                <a:latin typeface="DejaVu Sans"/>
                <a:ea typeface="DejaVu Sans"/>
                <a:cs typeface="DejaVu Sans"/>
              </a:defRPr>
            </a:lvl5pPr>
            <a:lvl6pPr>
              <a:defRPr sz="2250" b="1">
                <a:solidFill>
                  <a:srgbClr val="007D87"/>
                </a:solidFill>
                <a:latin typeface="DejaVu Sans"/>
                <a:ea typeface="DejaVu Sans"/>
                <a:cs typeface="DejaVu Sans"/>
              </a:defRPr>
            </a:lvl6pPr>
            <a:lvl7pPr>
              <a:defRPr sz="2250" b="1">
                <a:solidFill>
                  <a:srgbClr val="007D87"/>
                </a:solidFill>
                <a:latin typeface="DejaVu Sans"/>
                <a:ea typeface="DejaVu Sans"/>
                <a:cs typeface="DejaVu Sans"/>
              </a:defRPr>
            </a:lvl7pPr>
            <a:lvl8pPr>
              <a:defRPr sz="2250" b="1">
                <a:solidFill>
                  <a:srgbClr val="007D87"/>
                </a:solidFill>
                <a:latin typeface="DejaVu Sans"/>
                <a:ea typeface="DejaVu Sans"/>
                <a:cs typeface="DejaVu Sans"/>
              </a:defRPr>
            </a:lvl8pPr>
            <a:lvl9pPr>
              <a:defRPr sz="2250" b="1">
                <a:solidFill>
                  <a:srgbClr val="007D87"/>
                </a:solidFill>
                <a:latin typeface="DejaVu Sans"/>
                <a:ea typeface="DejaVu Sans"/>
                <a:cs typeface="DejaVu Sans"/>
              </a:defRPr>
            </a:lvl9pPr>
          </a:lstStyle>
          <a:p xmlns:a="http://schemas.openxmlformats.org/drawingml/2006/main">
            <a:pPr>
              <a:defRPr sz="2250" b="1">
                <a:solidFill>
                  <a:srgbClr val="007D87"/>
                </a:solidFill>
                <a:latin typeface="DejaVu Sans"/>
                <a:ea typeface="DejaVu Sans"/>
                <a:cs typeface="DejaVu Sans"/>
              </a:defRPr>
            </a:pPr>
            <a:r>
              <a:rPr sz="2250" b="1">
                <a:solidFill>
                  <a:srgbClr val="007D87"/>
                </a:solidFill>
                <a:latin typeface="DejaVu Sans"/>
                <a:ea typeface="DejaVu Sans"/>
                <a:cs typeface="DejaVu Sans"/>
              </a:rPr>
              <a:t>5 obras   ·   20 trabajadores   ·   100 actividades   ·   5 usuarios</a:t>
            </a:r>
          </a:p>
        </p:txBody>
      </p:sp>
      <p:graphicFrame>
        <p:nvGraphicFramePr>
          <p:cNvPr id="5" name="">
            <a:extLst xmlns:a="http://schemas.openxmlformats.org/drawingml/2006/main">
              <a:ext uri="{FF2B5EF4-FFF2-40B4-BE49-F238E27FC236}">
                <a16:creationId xmlns:a16="http://schemas.microsoft.com/office/drawing/2014/main" id="{9D1364B8-AE0C-45DD-BF75-D34D8A39FC2C}"/>
              </a:ext>
            </a:extLst>
          </p:cNvPr>
          <p:cNvGraphicFramePr/>
          <p:nvPr/>
        </p:nvGraphicFramePr>
        <p:xfrm>
          <a:off xmlns:a="http://schemas.openxmlformats.org/drawingml/2006/main" x="609600" y="2143125"/>
          <a:ext xmlns:a="http://schemas.openxmlformats.org/drawingml/2006/main" cx="10972800" cy="2190750"/>
        </p:xfrm>
        <a:graphic xmlns:a="http://schemas.openxmlformats.org/drawingml/2006/main">
          <a:graphicData uri="http://schemas.openxmlformats.org/drawingml/2006/table">
            <a:tbl>
              <a:tblPr/>
              <a:tblGrid>
                <a:gridCol w="2571750"/>
                <a:gridCol w="8401050"/>
              </a:tblGrid>
              <a:tr h="730250">
                <a:tc>
                  <a:txBody>
                    <a:bodyPr wrap="square" lIns="123825" tIns="85725" rIns="123825" bIns="85725">
                      <a:noAutofit/>
                    </a:bodyPr>
                    <a:lstStyle/>
                    <a:p>
                      <a:r>
                        <a:rPr sz="1950" b="1">
                          <a:solidFill>
                            <a:srgbClr val="FFFFFF"/>
                          </a:solidFill>
                          <a:latin typeface="DejaVu Sans"/>
                          <a:ea typeface="DejaVu Sans"/>
                          <a:cs typeface="DejaVu Sans"/>
                        </a:rPr>
                        <a:t>Tipo</a:t>
                      </a:r>
                    </a:p>
                  </a:txBody>
                  <a:tcPr marL="91440" marR="91440" marT="45720" marB="45720" anchor="ctr">
                    <a:lnL w="9525">
                      <a:solidFill>
                        <a:srgbClr val="B9CCD1"/>
                      </a:solidFill>
                      <a:prstDash val="solid"/>
                    </a:lnL>
                    <a:lnR w="9525">
                      <a:solidFill>
                        <a:srgbClr val="B9CCD1"/>
                      </a:solidFill>
                      <a:prstDash val="solid"/>
                    </a:lnR>
                    <a:lnT w="9525">
                      <a:solidFill>
                        <a:srgbClr val="B9CCD1"/>
                      </a:solidFill>
                      <a:prstDash val="solid"/>
                    </a:lnT>
                    <a:lnB w="9525">
                      <a:solidFill>
                        <a:srgbClr val="B9CCD1"/>
                      </a:solidFill>
                      <a:prstDash val="solid"/>
                    </a:lnB>
                    <a:solidFill>
                      <a:srgbClr val="163447"/>
                    </a:solidFill>
                  </a:tcPr>
                </a:tc>
                <a:tc>
                  <a:txBody>
                    <a:bodyPr wrap="square" lIns="123825" tIns="85725" rIns="123825" bIns="85725">
                      <a:noAutofit/>
                    </a:bodyPr>
                    <a:lstStyle/>
                    <a:p>
                      <a:r>
                        <a:rPr sz="1950" b="1">
                          <a:solidFill>
                            <a:srgbClr val="FFFFFF"/>
                          </a:solidFill>
                          <a:latin typeface="DejaVu Sans"/>
                          <a:ea typeface="DejaVu Sans"/>
                          <a:cs typeface="DejaVu Sans"/>
                        </a:rPr>
                        <a:t>Variables</a:t>
                      </a:r>
                    </a:p>
                  </a:txBody>
                  <a:tcPr marL="91440" marR="91440" marT="45720" marB="45720" anchor="ctr">
                    <a:lnR w="9525">
                      <a:solidFill>
                        <a:srgbClr val="B9CCD1"/>
                      </a:solidFill>
                      <a:prstDash val="solid"/>
                    </a:lnR>
                    <a:lnT w="9525">
                      <a:solidFill>
                        <a:srgbClr val="B9CCD1"/>
                      </a:solidFill>
                      <a:prstDash val="solid"/>
                    </a:lnT>
                    <a:lnB w="9525">
                      <a:solidFill>
                        <a:srgbClr val="B9CCD1"/>
                      </a:solidFill>
                      <a:prstDash val="solid"/>
                    </a:lnB>
                    <a:solidFill>
                      <a:srgbClr val="163447"/>
                    </a:solidFill>
                  </a:tcPr>
                </a:tc>
              </a:tr>
              <a:tr h="730250">
                <a:tc>
                  <a:txBody>
                    <a:bodyPr wrap="square" lIns="123825" tIns="85725" rIns="123825" bIns="85725">
                      <a:noAutofit/>
                    </a:bodyPr>
                    <a:lstStyle/>
                    <a:p>
                      <a:r>
                        <a:rPr sz="1950" b="0">
                          <a:solidFill>
                            <a:srgbClr val="163447"/>
                          </a:solidFill>
                          <a:latin typeface="DejaVu Sans"/>
                          <a:ea typeface="DejaVu Sans"/>
                          <a:cs typeface="DejaVu Sans"/>
                        </a:rPr>
                        <a:t>Cuantitativas</a:t>
                      </a:r>
                    </a:p>
                  </a:txBody>
                  <a:tcPr marL="91440" marR="91440" marT="45720" marB="45720" anchor="ctr">
                    <a:lnL w="9525">
                      <a:solidFill>
                        <a:srgbClr val="B9CCD1"/>
                      </a:solidFill>
                      <a:prstDash val="solid"/>
                    </a:lnL>
                    <a:lnR w="9525">
                      <a:solidFill>
                        <a:srgbClr val="B9CCD1"/>
                      </a:solidFill>
                      <a:prstDash val="solid"/>
                    </a:lnR>
                    <a:lnB w="9525">
                      <a:solidFill>
                        <a:srgbClr val="B9CCD1"/>
                      </a:solidFill>
                      <a:prstDash val="solid"/>
                    </a:lnB>
                    <a:solidFill>
                      <a:srgbClr val="FFFFFF"/>
                    </a:solidFill>
                  </a:tcPr>
                </a:tc>
                <a:tc>
                  <a:txBody>
                    <a:bodyPr wrap="square" lIns="123825" tIns="85725" rIns="123825" bIns="85725">
                      <a:noAutofit/>
                    </a:bodyPr>
                    <a:lstStyle/>
                    <a:p>
                      <a:r>
                        <a:rPr sz="1950" b="0">
                          <a:solidFill>
                            <a:srgbClr val="163447"/>
                          </a:solidFill>
                          <a:latin typeface="DejaVu Sans"/>
                          <a:ea typeface="DejaVu Sans"/>
                          <a:cs typeface="DejaVu Sans"/>
                        </a:rPr>
                        <a:t>Pendientes y terminadas, horas asignadas, cruces y porcentaje de avance.</a:t>
                      </a:r>
                    </a:p>
                  </a:txBody>
                  <a:tcPr marL="91440" marR="91440" marT="45720" marB="45720" anchor="ctr">
                    <a:lnR w="9525">
                      <a:solidFill>
                        <a:srgbClr val="B9CCD1"/>
                      </a:solidFill>
                      <a:prstDash val="solid"/>
                    </a:lnR>
                    <a:lnB w="9525">
                      <a:solidFill>
                        <a:srgbClr val="B9CCD1"/>
                      </a:solidFill>
                      <a:prstDash val="solid"/>
                    </a:lnB>
                    <a:solidFill>
                      <a:srgbClr val="FFFFFF"/>
                    </a:solidFill>
                  </a:tcPr>
                </a:tc>
              </a:tr>
              <a:tr h="730250">
                <a:tc>
                  <a:txBody>
                    <a:bodyPr wrap="square" lIns="123825" tIns="85725" rIns="123825" bIns="85725">
                      <a:noAutofit/>
                    </a:bodyPr>
                    <a:lstStyle/>
                    <a:p>
                      <a:r>
                        <a:rPr sz="1950" b="0">
                          <a:solidFill>
                            <a:srgbClr val="163447"/>
                          </a:solidFill>
                          <a:latin typeface="DejaVu Sans"/>
                          <a:ea typeface="DejaVu Sans"/>
                          <a:cs typeface="DejaVu Sans"/>
                        </a:rPr>
                        <a:t>Cualitativas</a:t>
                      </a:r>
                    </a:p>
                  </a:txBody>
                  <a:tcPr marL="91440" marR="91440" marT="45720" marB="45720" anchor="ctr">
                    <a:lnL w="9525">
                      <a:solidFill>
                        <a:srgbClr val="B9CCD1"/>
                      </a:solidFill>
                      <a:prstDash val="solid"/>
                    </a:lnL>
                    <a:lnR w="9525">
                      <a:solidFill>
                        <a:srgbClr val="B9CCD1"/>
                      </a:solidFill>
                      <a:prstDash val="solid"/>
                    </a:lnR>
                    <a:lnB w="9525">
                      <a:solidFill>
                        <a:srgbClr val="B9CCD1"/>
                      </a:solidFill>
                      <a:prstDash val="solid"/>
                    </a:lnB>
                    <a:solidFill>
                      <a:srgbClr val="EDF4F5"/>
                    </a:solidFill>
                  </a:tcPr>
                </a:tc>
                <a:tc>
                  <a:txBody>
                    <a:bodyPr wrap="square" lIns="123825" tIns="85725" rIns="123825" bIns="85725">
                      <a:noAutofit/>
                    </a:bodyPr>
                    <a:lstStyle/>
                    <a:p>
                      <a:r>
                        <a:rPr sz="1950" b="0">
                          <a:solidFill>
                            <a:srgbClr val="163447"/>
                          </a:solidFill>
                          <a:latin typeface="DejaVu Sans"/>
                          <a:ea typeface="DejaVu Sans"/>
                          <a:cs typeface="DejaVu Sans"/>
                        </a:rPr>
                        <a:t>Especialidad, prioridad y estado de la actividad.</a:t>
                      </a:r>
                    </a:p>
                  </a:txBody>
                  <a:tcPr marL="91440" marR="91440" marT="45720" marB="45720" anchor="ctr">
                    <a:lnR w="9525">
                      <a:solidFill>
                        <a:srgbClr val="B9CCD1"/>
                      </a:solidFill>
                      <a:prstDash val="solid"/>
                    </a:lnR>
                    <a:lnB w="9525">
                      <a:solidFill>
                        <a:srgbClr val="B9CCD1"/>
                      </a:solidFill>
                      <a:prstDash val="solid"/>
                    </a:lnB>
                    <a:solidFill>
                      <a:srgbClr val="EDF4F5"/>
                    </a:solidFill>
                  </a:tcPr>
                </a:tc>
              </a:tr>
            </a:tbl>
          </a:graphicData>
        </a:graphic>
      </p:graphicFrame>
      <p:sp>
        <p:nvSpPr>
          <p:cNvPr id="6" name="texto-4">
            <a:extLst xmlns:a="http://schemas.openxmlformats.org/drawingml/2006/main">
              <a:ext uri="{FF2B5EF4-FFF2-40B4-BE49-F238E27FC236}">
                <a16:creationId xmlns:a16="http://schemas.microsoft.com/office/drawing/2014/main" id="{49FDE5AB-7300-4B60-BA88-ABD5146B9868}"/>
              </a:ext>
            </a:extLst>
          </p:cNvPr>
          <p:cNvSpPr>
            <a:spLocks xmlns:a="http://schemas.openxmlformats.org/drawingml/2006/main" noGrp="1"/>
          </p:cNvSpPr>
          <p:nvPr/>
        </p:nvSpPr>
        <p:spPr>
          <a:xfrm xmlns:a="http://schemas.openxmlformats.org/drawingml/2006/main">
            <a:off x="609600" y="4762500"/>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250" b="1">
                <a:solidFill>
                  <a:srgbClr val="007D87"/>
                </a:solidFill>
                <a:latin typeface="DejaVu Sans"/>
                <a:ea typeface="DejaVu Sans"/>
                <a:cs typeface="DejaVu Sans"/>
              </a:defRPr>
            </a:defPPr>
            <a:lvl1pPr>
              <a:defRPr sz="2250" b="1">
                <a:solidFill>
                  <a:srgbClr val="007D87"/>
                </a:solidFill>
                <a:latin typeface="DejaVu Sans"/>
                <a:ea typeface="DejaVu Sans"/>
                <a:cs typeface="DejaVu Sans"/>
              </a:defRPr>
            </a:lvl1pPr>
            <a:lvl2pPr>
              <a:defRPr sz="2250" b="1">
                <a:solidFill>
                  <a:srgbClr val="007D87"/>
                </a:solidFill>
                <a:latin typeface="DejaVu Sans"/>
                <a:ea typeface="DejaVu Sans"/>
                <a:cs typeface="DejaVu Sans"/>
              </a:defRPr>
            </a:lvl2pPr>
            <a:lvl3pPr>
              <a:defRPr sz="2250" b="1">
                <a:solidFill>
                  <a:srgbClr val="007D87"/>
                </a:solidFill>
                <a:latin typeface="DejaVu Sans"/>
                <a:ea typeface="DejaVu Sans"/>
                <a:cs typeface="DejaVu Sans"/>
              </a:defRPr>
            </a:lvl3pPr>
            <a:lvl4pPr>
              <a:defRPr sz="2250" b="1">
                <a:solidFill>
                  <a:srgbClr val="007D87"/>
                </a:solidFill>
                <a:latin typeface="DejaVu Sans"/>
                <a:ea typeface="DejaVu Sans"/>
                <a:cs typeface="DejaVu Sans"/>
              </a:defRPr>
            </a:lvl4pPr>
            <a:lvl5pPr>
              <a:defRPr sz="2250" b="1">
                <a:solidFill>
                  <a:srgbClr val="007D87"/>
                </a:solidFill>
                <a:latin typeface="DejaVu Sans"/>
                <a:ea typeface="DejaVu Sans"/>
                <a:cs typeface="DejaVu Sans"/>
              </a:defRPr>
            </a:lvl5pPr>
            <a:lvl6pPr>
              <a:defRPr sz="2250" b="1">
                <a:solidFill>
                  <a:srgbClr val="007D87"/>
                </a:solidFill>
                <a:latin typeface="DejaVu Sans"/>
                <a:ea typeface="DejaVu Sans"/>
                <a:cs typeface="DejaVu Sans"/>
              </a:defRPr>
            </a:lvl6pPr>
            <a:lvl7pPr>
              <a:defRPr sz="2250" b="1">
                <a:solidFill>
                  <a:srgbClr val="007D87"/>
                </a:solidFill>
                <a:latin typeface="DejaVu Sans"/>
                <a:ea typeface="DejaVu Sans"/>
                <a:cs typeface="DejaVu Sans"/>
              </a:defRPr>
            </a:lvl7pPr>
            <a:lvl8pPr>
              <a:defRPr sz="2250" b="1">
                <a:solidFill>
                  <a:srgbClr val="007D87"/>
                </a:solidFill>
                <a:latin typeface="DejaVu Sans"/>
                <a:ea typeface="DejaVu Sans"/>
                <a:cs typeface="DejaVu Sans"/>
              </a:defRPr>
            </a:lvl8pPr>
            <a:lvl9pPr>
              <a:defRPr sz="2250" b="1">
                <a:solidFill>
                  <a:srgbClr val="007D87"/>
                </a:solidFill>
                <a:latin typeface="DejaVu Sans"/>
                <a:ea typeface="DejaVu Sans"/>
                <a:cs typeface="DejaVu Sans"/>
              </a:defRPr>
            </a:lvl9pPr>
          </a:lstStyle>
          <a:p xmlns:a="http://schemas.openxmlformats.org/drawingml/2006/main">
            <a:pPr>
              <a:defRPr sz="2250" b="1">
                <a:solidFill>
                  <a:srgbClr val="007D87"/>
                </a:solidFill>
                <a:latin typeface="DejaVu Sans"/>
                <a:ea typeface="DejaVu Sans"/>
                <a:cs typeface="DejaVu Sans"/>
              </a:defRPr>
            </a:pPr>
            <a:r>
              <a:rPr sz="2250" b="1">
                <a:solidFill>
                  <a:srgbClr val="007D87"/>
                </a:solidFill>
                <a:latin typeface="DejaVu Sans"/>
                <a:ea typeface="DejaVu Sans"/>
                <a:cs typeface="DejaVu Sans"/>
              </a:rPr>
              <a:t>Restricciones</a:t>
            </a:r>
          </a:p>
        </p:txBody>
      </p:sp>
      <p:sp>
        <p:nvSpPr>
          <p:cNvPr id="7" name="texto-5">
            <a:extLst xmlns:a="http://schemas.openxmlformats.org/drawingml/2006/main">
              <a:ext uri="{FF2B5EF4-FFF2-40B4-BE49-F238E27FC236}">
                <a16:creationId xmlns:a16="http://schemas.microsoft.com/office/drawing/2014/main" id="{04D8B395-6C27-457D-BF67-516EAF1F0EDD}"/>
              </a:ext>
            </a:extLst>
          </p:cNvPr>
          <p:cNvSpPr>
            <a:spLocks xmlns:a="http://schemas.openxmlformats.org/drawingml/2006/main" noGrp="1"/>
          </p:cNvSpPr>
          <p:nvPr/>
        </p:nvSpPr>
        <p:spPr>
          <a:xfrm xmlns:a="http://schemas.openxmlformats.org/drawingml/2006/main">
            <a:off x="609600" y="53340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100" b="0">
                <a:solidFill>
                  <a:srgbClr val="163447"/>
                </a:solidFill>
                <a:latin typeface="DejaVu Sans"/>
                <a:ea typeface="DejaVu Sans"/>
                <a:cs typeface="DejaVu Sans"/>
              </a:defRPr>
            </a:defPPr>
            <a:lvl1pPr>
              <a:defRPr sz="2100" b="0">
                <a:solidFill>
                  <a:srgbClr val="163447"/>
                </a:solidFill>
                <a:latin typeface="DejaVu Sans"/>
                <a:ea typeface="DejaVu Sans"/>
                <a:cs typeface="DejaVu Sans"/>
              </a:defRPr>
            </a:lvl1pPr>
            <a:lvl2pPr>
              <a:defRPr sz="2100" b="0">
                <a:solidFill>
                  <a:srgbClr val="163447"/>
                </a:solidFill>
                <a:latin typeface="DejaVu Sans"/>
                <a:ea typeface="DejaVu Sans"/>
                <a:cs typeface="DejaVu Sans"/>
              </a:defRPr>
            </a:lvl2pPr>
            <a:lvl3pPr>
              <a:defRPr sz="2100" b="0">
                <a:solidFill>
                  <a:srgbClr val="163447"/>
                </a:solidFill>
                <a:latin typeface="DejaVu Sans"/>
                <a:ea typeface="DejaVu Sans"/>
                <a:cs typeface="DejaVu Sans"/>
              </a:defRPr>
            </a:lvl3pPr>
            <a:lvl4pPr>
              <a:defRPr sz="2100" b="0">
                <a:solidFill>
                  <a:srgbClr val="163447"/>
                </a:solidFill>
                <a:latin typeface="DejaVu Sans"/>
                <a:ea typeface="DejaVu Sans"/>
                <a:cs typeface="DejaVu Sans"/>
              </a:defRPr>
            </a:lvl4pPr>
            <a:lvl5pPr>
              <a:defRPr sz="2100" b="0">
                <a:solidFill>
                  <a:srgbClr val="163447"/>
                </a:solidFill>
                <a:latin typeface="DejaVu Sans"/>
                <a:ea typeface="DejaVu Sans"/>
                <a:cs typeface="DejaVu Sans"/>
              </a:defRPr>
            </a:lvl5pPr>
            <a:lvl6pPr>
              <a:defRPr sz="2100" b="0">
                <a:solidFill>
                  <a:srgbClr val="163447"/>
                </a:solidFill>
                <a:latin typeface="DejaVu Sans"/>
                <a:ea typeface="DejaVu Sans"/>
                <a:cs typeface="DejaVu Sans"/>
              </a:defRPr>
            </a:lvl6pPr>
            <a:lvl7pPr>
              <a:defRPr sz="2100" b="0">
                <a:solidFill>
                  <a:srgbClr val="163447"/>
                </a:solidFill>
                <a:latin typeface="DejaVu Sans"/>
                <a:ea typeface="DejaVu Sans"/>
                <a:cs typeface="DejaVu Sans"/>
              </a:defRPr>
            </a:lvl7pPr>
            <a:lvl8pPr>
              <a:defRPr sz="2100" b="0">
                <a:solidFill>
                  <a:srgbClr val="163447"/>
                </a:solidFill>
                <a:latin typeface="DejaVu Sans"/>
                <a:ea typeface="DejaVu Sans"/>
                <a:cs typeface="DejaVu Sans"/>
              </a:defRPr>
            </a:lvl8pPr>
            <a:lvl9pPr>
              <a:defRPr sz="2100" b="0">
                <a:solidFill>
                  <a:srgbClr val="163447"/>
                </a:solidFill>
                <a:latin typeface="DejaVu Sans"/>
                <a:ea typeface="DejaVu Sans"/>
                <a:cs typeface="DejaVu Sans"/>
              </a:defRPr>
            </a:lvl9pPr>
          </a:lstStyle>
          <a:p xmlns:a="http://schemas.openxmlformats.org/drawingml/2006/main">
            <a:pPr>
              <a:defRPr sz="2100" b="0">
                <a:solidFill>
                  <a:srgbClr val="163447"/>
                </a:solidFill>
                <a:latin typeface="DejaVu Sans"/>
                <a:ea typeface="DejaVu Sans"/>
                <a:cs typeface="DejaVu Sans"/>
              </a:defRPr>
            </a:pPr>
            <a:r>
              <a:rPr sz="2100" b="0">
                <a:solidFill>
                  <a:srgbClr val="163447"/>
                </a:solidFill>
                <a:latin typeface="DejaVu Sans"/>
                <a:ea typeface="DejaVu Sans"/>
                <a:cs typeface="DejaVu Sans"/>
              </a:rPr>
              <a:t>Especialidad compatible. Horarios dentro de la jornada y sin cruces. Prioridad alta, media y baja; desempate por fecha límite y código.</a:t>
            </a:r>
          </a:p>
        </p:txBody>
      </p:sp>
    </p:spTree>
    <p:extLst>
      <p:ext uri="{BB962C8B-B14F-4D97-AF65-F5344CB8AC3E}">
        <p14:creationId xmlns:p14="http://schemas.microsoft.com/office/powerpoint/2010/main" val="1694789222"/>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texto-0">
            <a:extLst xmlns:a="http://schemas.openxmlformats.org/drawingml/2006/main">
              <a:ext uri="{FF2B5EF4-FFF2-40B4-BE49-F238E27FC236}">
                <a16:creationId xmlns:a16="http://schemas.microsoft.com/office/drawing/2014/main" id="{AB831B8E-9BCA-4827-994B-9386D3DE5C8B}"/>
              </a:ext>
            </a:extLst>
          </p:cNvPr>
          <p:cNvSpPr>
            <a:spLocks xmlns:a="http://schemas.openxmlformats.org/drawingml/2006/main" noGrp="1"/>
          </p:cNvSpPr>
          <p:nvPr/>
        </p:nvSpPr>
        <p:spPr>
          <a:xfrm xmlns:a="http://schemas.openxmlformats.org/drawingml/2006/main">
            <a:off x="609600" y="400050"/>
            <a:ext cx="109728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300" b="1">
                <a:solidFill>
                  <a:srgbClr val="163447"/>
                </a:solidFill>
                <a:latin typeface="DejaVu Sans"/>
                <a:ea typeface="DejaVu Sans"/>
                <a:cs typeface="DejaVu Sans"/>
              </a:defRPr>
            </a:defPPr>
            <a:lvl1pPr>
              <a:defRPr sz="3300" b="1">
                <a:solidFill>
                  <a:srgbClr val="163447"/>
                </a:solidFill>
                <a:latin typeface="DejaVu Sans"/>
                <a:ea typeface="DejaVu Sans"/>
                <a:cs typeface="DejaVu Sans"/>
              </a:defRPr>
            </a:lvl1pPr>
            <a:lvl2pPr>
              <a:defRPr sz="3300" b="1">
                <a:solidFill>
                  <a:srgbClr val="163447"/>
                </a:solidFill>
                <a:latin typeface="DejaVu Sans"/>
                <a:ea typeface="DejaVu Sans"/>
                <a:cs typeface="DejaVu Sans"/>
              </a:defRPr>
            </a:lvl2pPr>
            <a:lvl3pPr>
              <a:defRPr sz="3300" b="1">
                <a:solidFill>
                  <a:srgbClr val="163447"/>
                </a:solidFill>
                <a:latin typeface="DejaVu Sans"/>
                <a:ea typeface="DejaVu Sans"/>
                <a:cs typeface="DejaVu Sans"/>
              </a:defRPr>
            </a:lvl3pPr>
            <a:lvl4pPr>
              <a:defRPr sz="3300" b="1">
                <a:solidFill>
                  <a:srgbClr val="163447"/>
                </a:solidFill>
                <a:latin typeface="DejaVu Sans"/>
                <a:ea typeface="DejaVu Sans"/>
                <a:cs typeface="DejaVu Sans"/>
              </a:defRPr>
            </a:lvl4pPr>
            <a:lvl5pPr>
              <a:defRPr sz="3300" b="1">
                <a:solidFill>
                  <a:srgbClr val="163447"/>
                </a:solidFill>
                <a:latin typeface="DejaVu Sans"/>
                <a:ea typeface="DejaVu Sans"/>
                <a:cs typeface="DejaVu Sans"/>
              </a:defRPr>
            </a:lvl5pPr>
            <a:lvl6pPr>
              <a:defRPr sz="3300" b="1">
                <a:solidFill>
                  <a:srgbClr val="163447"/>
                </a:solidFill>
                <a:latin typeface="DejaVu Sans"/>
                <a:ea typeface="DejaVu Sans"/>
                <a:cs typeface="DejaVu Sans"/>
              </a:defRPr>
            </a:lvl6pPr>
            <a:lvl7pPr>
              <a:defRPr sz="3300" b="1">
                <a:solidFill>
                  <a:srgbClr val="163447"/>
                </a:solidFill>
                <a:latin typeface="DejaVu Sans"/>
                <a:ea typeface="DejaVu Sans"/>
                <a:cs typeface="DejaVu Sans"/>
              </a:defRPr>
            </a:lvl7pPr>
            <a:lvl8pPr>
              <a:defRPr sz="3300" b="1">
                <a:solidFill>
                  <a:srgbClr val="163447"/>
                </a:solidFill>
                <a:latin typeface="DejaVu Sans"/>
                <a:ea typeface="DejaVu Sans"/>
                <a:cs typeface="DejaVu Sans"/>
              </a:defRPr>
            </a:lvl8pPr>
            <a:lvl9pPr>
              <a:defRPr sz="3300" b="1">
                <a:solidFill>
                  <a:srgbClr val="163447"/>
                </a:solidFill>
                <a:latin typeface="DejaVu Sans"/>
                <a:ea typeface="DejaVu Sans"/>
                <a:cs typeface="DejaVu Sans"/>
              </a:defRPr>
            </a:lvl9pPr>
          </a:lstStyle>
          <a:p xmlns:a="http://schemas.openxmlformats.org/drawingml/2006/main">
            <a:pPr>
              <a:defRPr sz="3300" b="1">
                <a:solidFill>
                  <a:srgbClr val="163447"/>
                </a:solidFill>
                <a:latin typeface="DejaVu Sans"/>
                <a:ea typeface="DejaVu Sans"/>
                <a:cs typeface="DejaVu Sans"/>
              </a:defRPr>
            </a:pPr>
            <a:r>
              <a:rPr sz="3300" b="1">
                <a:solidFill>
                  <a:srgbClr val="163447"/>
                </a:solidFill>
                <a:latin typeface="DejaVu Sans"/>
                <a:ea typeface="DejaVu Sans"/>
                <a:cs typeface="DejaVu Sans"/>
              </a:rPr>
              <a:t>Cinco módulos funcionales</a:t>
            </a:r>
          </a:p>
        </p:txBody>
      </p:sp>
      <p:sp>
        <p:nvSpPr>
          <p:cNvPr id="2" name="texto-1">
            <a:extLst xmlns:a="http://schemas.openxmlformats.org/drawingml/2006/main">
              <a:ext uri="{FF2B5EF4-FFF2-40B4-BE49-F238E27FC236}">
                <a16:creationId xmlns:a16="http://schemas.microsoft.com/office/drawing/2014/main" id="{A9E86B36-A28D-40FC-9E53-AF2F1F7438D5}"/>
              </a:ext>
            </a:extLst>
          </p:cNvPr>
          <p:cNvSpPr>
            <a:spLocks xmlns:a="http://schemas.openxmlformats.org/drawingml/2006/main" noGrp="1"/>
          </p:cNvSpPr>
          <p:nvPr/>
        </p:nvSpPr>
        <p:spPr>
          <a:xfrm xmlns:a="http://schemas.openxmlformats.org/drawingml/2006/main">
            <a:off x="609600" y="64960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125" b="0">
                <a:solidFill>
                  <a:srgbClr val="52636D"/>
                </a:solidFill>
                <a:latin typeface="DejaVu Sans"/>
                <a:ea typeface="DejaVu Sans"/>
                <a:cs typeface="DejaVu Sans"/>
              </a:defRPr>
            </a:defPPr>
            <a:lvl1pPr>
              <a:defRPr sz="1125" b="0">
                <a:solidFill>
                  <a:srgbClr val="52636D"/>
                </a:solidFill>
                <a:latin typeface="DejaVu Sans"/>
                <a:ea typeface="DejaVu Sans"/>
                <a:cs typeface="DejaVu Sans"/>
              </a:defRPr>
            </a:lvl1pPr>
            <a:lvl2pPr>
              <a:defRPr sz="1125" b="0">
                <a:solidFill>
                  <a:srgbClr val="52636D"/>
                </a:solidFill>
                <a:latin typeface="DejaVu Sans"/>
                <a:ea typeface="DejaVu Sans"/>
                <a:cs typeface="DejaVu Sans"/>
              </a:defRPr>
            </a:lvl2pPr>
            <a:lvl3pPr>
              <a:defRPr sz="1125" b="0">
                <a:solidFill>
                  <a:srgbClr val="52636D"/>
                </a:solidFill>
                <a:latin typeface="DejaVu Sans"/>
                <a:ea typeface="DejaVu Sans"/>
                <a:cs typeface="DejaVu Sans"/>
              </a:defRPr>
            </a:lvl3pPr>
            <a:lvl4pPr>
              <a:defRPr sz="1125" b="0">
                <a:solidFill>
                  <a:srgbClr val="52636D"/>
                </a:solidFill>
                <a:latin typeface="DejaVu Sans"/>
                <a:ea typeface="DejaVu Sans"/>
                <a:cs typeface="DejaVu Sans"/>
              </a:defRPr>
            </a:lvl4pPr>
            <a:lvl5pPr>
              <a:defRPr sz="1125" b="0">
                <a:solidFill>
                  <a:srgbClr val="52636D"/>
                </a:solidFill>
                <a:latin typeface="DejaVu Sans"/>
                <a:ea typeface="DejaVu Sans"/>
                <a:cs typeface="DejaVu Sans"/>
              </a:defRPr>
            </a:lvl5pPr>
            <a:lvl6pPr>
              <a:defRPr sz="1125" b="0">
                <a:solidFill>
                  <a:srgbClr val="52636D"/>
                </a:solidFill>
                <a:latin typeface="DejaVu Sans"/>
                <a:ea typeface="DejaVu Sans"/>
                <a:cs typeface="DejaVu Sans"/>
              </a:defRPr>
            </a:lvl6pPr>
            <a:lvl7pPr>
              <a:defRPr sz="1125" b="0">
                <a:solidFill>
                  <a:srgbClr val="52636D"/>
                </a:solidFill>
                <a:latin typeface="DejaVu Sans"/>
                <a:ea typeface="DejaVu Sans"/>
                <a:cs typeface="DejaVu Sans"/>
              </a:defRPr>
            </a:lvl7pPr>
            <a:lvl8pPr>
              <a:defRPr sz="1125" b="0">
                <a:solidFill>
                  <a:srgbClr val="52636D"/>
                </a:solidFill>
                <a:latin typeface="DejaVu Sans"/>
                <a:ea typeface="DejaVu Sans"/>
                <a:cs typeface="DejaVu Sans"/>
              </a:defRPr>
            </a:lvl8pPr>
            <a:lvl9pPr>
              <a:defRPr sz="1125" b="0">
                <a:solidFill>
                  <a:srgbClr val="52636D"/>
                </a:solidFill>
                <a:latin typeface="DejaVu Sans"/>
                <a:ea typeface="DejaVu Sans"/>
                <a:cs typeface="DejaVu Sans"/>
              </a:defRPr>
            </a:lvl9pPr>
          </a:lstStyle>
          <a:p xmlns:a="http://schemas.openxmlformats.org/drawingml/2006/main">
            <a:pPr>
              <a:defRPr sz="1125" b="0">
                <a:solidFill>
                  <a:srgbClr val="52636D"/>
                </a:solidFill>
                <a:latin typeface="DejaVu Sans"/>
                <a:ea typeface="DejaVu Sans"/>
                <a:cs typeface="DejaVu Sans"/>
              </a:defRPr>
            </a:pPr>
            <a:r>
              <a:rPr sz="1125" b="0">
                <a:solidFill>
                  <a:srgbClr val="52636D"/>
                </a:solidFill>
                <a:latin typeface="DejaVu Sans"/>
                <a:ea typeface="DejaVu Sans"/>
                <a:cs typeface="DejaVu Sans"/>
              </a:rPr>
              <a:t>Dizeo   Programación III   Progreso 1</a:t>
            </a:r>
          </a:p>
        </p:txBody>
      </p:sp>
      <p:sp>
        <p:nvSpPr>
          <p:cNvPr id="3" name="texto-2">
            <a:extLst xmlns:a="http://schemas.openxmlformats.org/drawingml/2006/main">
              <a:ext uri="{FF2B5EF4-FFF2-40B4-BE49-F238E27FC236}">
                <a16:creationId xmlns:a16="http://schemas.microsoft.com/office/drawing/2014/main" id="{5B41F95F-D44A-4143-876D-0EE5B0E69F4C}"/>
              </a:ext>
            </a:extLst>
          </p:cNvPr>
          <p:cNvSpPr>
            <a:spLocks xmlns:a="http://schemas.openxmlformats.org/drawingml/2006/main" noGrp="1"/>
          </p:cNvSpPr>
          <p:nvPr/>
        </p:nvSpPr>
        <p:spPr>
          <a:xfrm xmlns:a="http://schemas.openxmlformats.org/drawingml/2006/main">
            <a:off x="11239500" y="649605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125" b="0">
                <a:solidFill>
                  <a:srgbClr val="52636D"/>
                </a:solidFill>
                <a:latin typeface="DejaVu Sans"/>
                <a:ea typeface="DejaVu Sans"/>
                <a:cs typeface="DejaVu Sans"/>
              </a:defRPr>
            </a:defPPr>
            <a:lvl1pPr>
              <a:defRPr sz="1125" b="0">
                <a:solidFill>
                  <a:srgbClr val="52636D"/>
                </a:solidFill>
                <a:latin typeface="DejaVu Sans"/>
                <a:ea typeface="DejaVu Sans"/>
                <a:cs typeface="DejaVu Sans"/>
              </a:defRPr>
            </a:lvl1pPr>
            <a:lvl2pPr>
              <a:defRPr sz="1125" b="0">
                <a:solidFill>
                  <a:srgbClr val="52636D"/>
                </a:solidFill>
                <a:latin typeface="DejaVu Sans"/>
                <a:ea typeface="DejaVu Sans"/>
                <a:cs typeface="DejaVu Sans"/>
              </a:defRPr>
            </a:lvl2pPr>
            <a:lvl3pPr>
              <a:defRPr sz="1125" b="0">
                <a:solidFill>
                  <a:srgbClr val="52636D"/>
                </a:solidFill>
                <a:latin typeface="DejaVu Sans"/>
                <a:ea typeface="DejaVu Sans"/>
                <a:cs typeface="DejaVu Sans"/>
              </a:defRPr>
            </a:lvl3pPr>
            <a:lvl4pPr>
              <a:defRPr sz="1125" b="0">
                <a:solidFill>
                  <a:srgbClr val="52636D"/>
                </a:solidFill>
                <a:latin typeface="DejaVu Sans"/>
                <a:ea typeface="DejaVu Sans"/>
                <a:cs typeface="DejaVu Sans"/>
              </a:defRPr>
            </a:lvl4pPr>
            <a:lvl5pPr>
              <a:defRPr sz="1125" b="0">
                <a:solidFill>
                  <a:srgbClr val="52636D"/>
                </a:solidFill>
                <a:latin typeface="DejaVu Sans"/>
                <a:ea typeface="DejaVu Sans"/>
                <a:cs typeface="DejaVu Sans"/>
              </a:defRPr>
            </a:lvl5pPr>
            <a:lvl6pPr>
              <a:defRPr sz="1125" b="0">
                <a:solidFill>
                  <a:srgbClr val="52636D"/>
                </a:solidFill>
                <a:latin typeface="DejaVu Sans"/>
                <a:ea typeface="DejaVu Sans"/>
                <a:cs typeface="DejaVu Sans"/>
              </a:defRPr>
            </a:lvl6pPr>
            <a:lvl7pPr>
              <a:defRPr sz="1125" b="0">
                <a:solidFill>
                  <a:srgbClr val="52636D"/>
                </a:solidFill>
                <a:latin typeface="DejaVu Sans"/>
                <a:ea typeface="DejaVu Sans"/>
                <a:cs typeface="DejaVu Sans"/>
              </a:defRPr>
            </a:lvl7pPr>
            <a:lvl8pPr>
              <a:defRPr sz="1125" b="0">
                <a:solidFill>
                  <a:srgbClr val="52636D"/>
                </a:solidFill>
                <a:latin typeface="DejaVu Sans"/>
                <a:ea typeface="DejaVu Sans"/>
                <a:cs typeface="DejaVu Sans"/>
              </a:defRPr>
            </a:lvl8pPr>
            <a:lvl9pPr>
              <a:defRPr sz="1125" b="0">
                <a:solidFill>
                  <a:srgbClr val="52636D"/>
                </a:solidFill>
                <a:latin typeface="DejaVu Sans"/>
                <a:ea typeface="DejaVu Sans"/>
                <a:cs typeface="DejaVu Sans"/>
              </a:defRPr>
            </a:lvl9pPr>
          </a:lstStyle>
          <a:p xmlns:a="http://schemas.openxmlformats.org/drawingml/2006/main">
            <a:pPr>
              <a:defRPr sz="1125" b="0">
                <a:solidFill>
                  <a:srgbClr val="52636D"/>
                </a:solidFill>
                <a:latin typeface="DejaVu Sans"/>
                <a:ea typeface="DejaVu Sans"/>
                <a:cs typeface="DejaVu Sans"/>
              </a:defRPr>
            </a:pPr>
            <a:r>
              <a:rPr sz="1125" b="0">
                <a:solidFill>
                  <a:srgbClr val="52636D"/>
                </a:solidFill>
                <a:latin typeface="DejaVu Sans"/>
                <a:ea typeface="DejaVu Sans"/>
                <a:cs typeface="DejaVu Sans"/>
              </a:rPr>
              <a:t>4</a:t>
            </a:r>
          </a:p>
        </p:txBody>
      </p:sp>
      <p:graphicFrame>
        <p:nvGraphicFramePr>
          <p:cNvPr id="4" name="">
            <a:extLst xmlns:a="http://schemas.openxmlformats.org/drawingml/2006/main">
              <a:ext uri="{FF2B5EF4-FFF2-40B4-BE49-F238E27FC236}">
                <a16:creationId xmlns:a16="http://schemas.microsoft.com/office/drawing/2014/main" id="{E3895BEC-3141-4A21-9CED-220086D56362}"/>
              </a:ext>
            </a:extLst>
          </p:cNvPr>
          <p:cNvGraphicFramePr/>
          <p:nvPr/>
        </p:nvGraphicFramePr>
        <p:xfrm>
          <a:off xmlns:a="http://schemas.openxmlformats.org/drawingml/2006/main" x="609600" y="1428750"/>
          <a:ext xmlns:a="http://schemas.openxmlformats.org/drawingml/2006/main" cx="10972800" cy="4476750"/>
        </p:xfrm>
        <a:graphic xmlns:a="http://schemas.openxmlformats.org/drawingml/2006/main">
          <a:graphicData uri="http://schemas.openxmlformats.org/drawingml/2006/table">
            <a:tbl>
              <a:tblPr/>
              <a:tblGrid>
                <a:gridCol w="2524125"/>
                <a:gridCol w="6286500"/>
                <a:gridCol w="2162175"/>
              </a:tblGrid>
              <a:tr h="746125">
                <a:tc>
                  <a:txBody>
                    <a:bodyPr wrap="square" lIns="123825" tIns="85725" rIns="123825" bIns="85725">
                      <a:noAutofit/>
                    </a:bodyPr>
                    <a:lstStyle/>
                    <a:p>
                      <a:r>
                        <a:rPr sz="1725" b="1">
                          <a:solidFill>
                            <a:srgbClr val="FFFFFF"/>
                          </a:solidFill>
                          <a:latin typeface="DejaVu Sans"/>
                          <a:ea typeface="DejaVu Sans"/>
                          <a:cs typeface="DejaVu Sans"/>
                        </a:rPr>
                        <a:t>Módulo</a:t>
                      </a:r>
                    </a:p>
                  </a:txBody>
                  <a:tcPr marL="91440" marR="91440" marT="45720" marB="45720" anchor="ctr">
                    <a:lnL w="9525">
                      <a:solidFill>
                        <a:srgbClr val="B9CCD1"/>
                      </a:solidFill>
                      <a:prstDash val="solid"/>
                    </a:lnL>
                    <a:lnR w="9525">
                      <a:solidFill>
                        <a:srgbClr val="B9CCD1"/>
                      </a:solidFill>
                      <a:prstDash val="solid"/>
                    </a:lnR>
                    <a:lnT w="9525">
                      <a:solidFill>
                        <a:srgbClr val="B9CCD1"/>
                      </a:solidFill>
                      <a:prstDash val="solid"/>
                    </a:lnT>
                    <a:lnB w="9525">
                      <a:solidFill>
                        <a:srgbClr val="B9CCD1"/>
                      </a:solidFill>
                      <a:prstDash val="solid"/>
                    </a:lnB>
                    <a:solidFill>
                      <a:srgbClr val="163447"/>
                    </a:solidFill>
                  </a:tcPr>
                </a:tc>
                <a:tc>
                  <a:txBody>
                    <a:bodyPr wrap="square" lIns="123825" tIns="85725" rIns="123825" bIns="85725">
                      <a:noAutofit/>
                    </a:bodyPr>
                    <a:lstStyle/>
                    <a:p>
                      <a:r>
                        <a:rPr sz="1725" b="1">
                          <a:solidFill>
                            <a:srgbClr val="FFFFFF"/>
                          </a:solidFill>
                          <a:latin typeface="DejaVu Sans"/>
                          <a:ea typeface="DejaVu Sans"/>
                          <a:cs typeface="DejaVu Sans"/>
                        </a:rPr>
                        <a:t>Operaciones principales</a:t>
                      </a:r>
                    </a:p>
                  </a:txBody>
                  <a:tcPr marL="91440" marR="91440" marT="45720" marB="45720" anchor="ctr">
                    <a:lnR w="9525">
                      <a:solidFill>
                        <a:srgbClr val="B9CCD1"/>
                      </a:solidFill>
                      <a:prstDash val="solid"/>
                    </a:lnR>
                    <a:lnT w="9525">
                      <a:solidFill>
                        <a:srgbClr val="B9CCD1"/>
                      </a:solidFill>
                      <a:prstDash val="solid"/>
                    </a:lnT>
                    <a:lnB w="9525">
                      <a:solidFill>
                        <a:srgbClr val="B9CCD1"/>
                      </a:solidFill>
                      <a:prstDash val="solid"/>
                    </a:lnB>
                    <a:solidFill>
                      <a:srgbClr val="163447"/>
                    </a:solidFill>
                  </a:tcPr>
                </a:tc>
                <a:tc>
                  <a:txBody>
                    <a:bodyPr wrap="square" lIns="123825" tIns="85725" rIns="123825" bIns="85725">
                      <a:noAutofit/>
                    </a:bodyPr>
                    <a:lstStyle/>
                    <a:p>
                      <a:r>
                        <a:rPr sz="1725" b="1">
                          <a:solidFill>
                            <a:srgbClr val="FFFFFF"/>
                          </a:solidFill>
                          <a:latin typeface="DejaVu Sans"/>
                          <a:ea typeface="DejaVu Sans"/>
                          <a:cs typeface="DejaVu Sans"/>
                        </a:rPr>
                        <a:t>Responsable</a:t>
                      </a:r>
                    </a:p>
                  </a:txBody>
                  <a:tcPr marL="91440" marR="91440" marT="45720" marB="45720" anchor="ctr">
                    <a:lnR w="9525">
                      <a:solidFill>
                        <a:srgbClr val="B9CCD1"/>
                      </a:solidFill>
                      <a:prstDash val="solid"/>
                    </a:lnR>
                    <a:lnT w="9525">
                      <a:solidFill>
                        <a:srgbClr val="B9CCD1"/>
                      </a:solidFill>
                      <a:prstDash val="solid"/>
                    </a:lnT>
                    <a:lnB w="9525">
                      <a:solidFill>
                        <a:srgbClr val="B9CCD1"/>
                      </a:solidFill>
                      <a:prstDash val="solid"/>
                    </a:lnB>
                    <a:solidFill>
                      <a:srgbClr val="163447"/>
                    </a:solidFill>
                  </a:tcPr>
                </a:tc>
              </a:tr>
              <a:tr h="746125">
                <a:tc>
                  <a:txBody>
                    <a:bodyPr wrap="square" lIns="123825" tIns="85725" rIns="123825" bIns="85725">
                      <a:noAutofit/>
                    </a:bodyPr>
                    <a:lstStyle/>
                    <a:p>
                      <a:r>
                        <a:rPr sz="1725" b="0">
                          <a:solidFill>
                            <a:srgbClr val="163447"/>
                          </a:solidFill>
                          <a:latin typeface="DejaVu Sans"/>
                          <a:ea typeface="DejaVu Sans"/>
                          <a:cs typeface="DejaVu Sans"/>
                        </a:rPr>
                        <a:t>Obras</a:t>
                      </a:r>
                    </a:p>
                  </a:txBody>
                  <a:tcPr marL="91440" marR="91440" marT="45720" marB="45720" anchor="ctr">
                    <a:lnL w="9525">
                      <a:solidFill>
                        <a:srgbClr val="B9CCD1"/>
                      </a:solidFill>
                      <a:prstDash val="solid"/>
                    </a:lnL>
                    <a:lnR w="9525">
                      <a:solidFill>
                        <a:srgbClr val="B9CCD1"/>
                      </a:solidFill>
                      <a:prstDash val="solid"/>
                    </a:lnR>
                    <a:lnB w="9525">
                      <a:solidFill>
                        <a:srgbClr val="B9CCD1"/>
                      </a:solidFill>
                      <a:prstDash val="solid"/>
                    </a:lnB>
                    <a:solidFill>
                      <a:srgbClr val="FFFFFF"/>
                    </a:solidFill>
                  </a:tcPr>
                </a:tc>
                <a:tc>
                  <a:txBody>
                    <a:bodyPr wrap="square" lIns="123825" tIns="85725" rIns="123825" bIns="85725">
                      <a:noAutofit/>
                    </a:bodyPr>
                    <a:lstStyle/>
                    <a:p>
                      <a:r>
                        <a:rPr sz="1725" b="0">
                          <a:solidFill>
                            <a:srgbClr val="163447"/>
                          </a:solidFill>
                          <a:latin typeface="DejaVu Sans"/>
                          <a:ea typeface="DejaVu Sans"/>
                          <a:cs typeface="DejaVu Sans"/>
                        </a:rPr>
                        <a:t>Buscar, filtrar por estado, ordenar entregas y consultar pendientes.</a:t>
                      </a:r>
                    </a:p>
                  </a:txBody>
                  <a:tcPr marL="91440" marR="91440" marT="45720" marB="45720" anchor="ctr">
                    <a:lnR w="9525">
                      <a:solidFill>
                        <a:srgbClr val="B9CCD1"/>
                      </a:solidFill>
                      <a:prstDash val="solid"/>
                    </a:lnR>
                    <a:lnB w="9525">
                      <a:solidFill>
                        <a:srgbClr val="B9CCD1"/>
                      </a:solidFill>
                      <a:prstDash val="solid"/>
                    </a:lnB>
                    <a:solidFill>
                      <a:srgbClr val="FFFFFF"/>
                    </a:solidFill>
                  </a:tcPr>
                </a:tc>
                <a:tc>
                  <a:txBody>
                    <a:bodyPr wrap="square" lIns="123825" tIns="85725" rIns="123825" bIns="85725">
                      <a:noAutofit/>
                    </a:bodyPr>
                    <a:lstStyle/>
                    <a:p>
                      <a:r>
                        <a:rPr sz="1725" b="0">
                          <a:solidFill>
                            <a:srgbClr val="163447"/>
                          </a:solidFill>
                          <a:latin typeface="DejaVu Sans"/>
                          <a:ea typeface="DejaVu Sans"/>
                          <a:cs typeface="DejaVu Sans"/>
                        </a:rPr>
                        <a:t>Daniel</a:t>
                      </a:r>
                    </a:p>
                  </a:txBody>
                  <a:tcPr marL="91440" marR="91440" marT="45720" marB="45720" anchor="ctr">
                    <a:lnR w="9525">
                      <a:solidFill>
                        <a:srgbClr val="B9CCD1"/>
                      </a:solidFill>
                      <a:prstDash val="solid"/>
                    </a:lnR>
                    <a:lnB w="9525">
                      <a:solidFill>
                        <a:srgbClr val="B9CCD1"/>
                      </a:solidFill>
                      <a:prstDash val="solid"/>
                    </a:lnB>
                    <a:solidFill>
                      <a:srgbClr val="FFFFFF"/>
                    </a:solidFill>
                  </a:tcPr>
                </a:tc>
              </a:tr>
              <a:tr h="746125">
                <a:tc>
                  <a:txBody>
                    <a:bodyPr wrap="square" lIns="123825" tIns="85725" rIns="123825" bIns="85725">
                      <a:noAutofit/>
                    </a:bodyPr>
                    <a:lstStyle/>
                    <a:p>
                      <a:r>
                        <a:rPr sz="1725" b="0">
                          <a:solidFill>
                            <a:srgbClr val="163447"/>
                          </a:solidFill>
                          <a:latin typeface="DejaVu Sans"/>
                          <a:ea typeface="DejaVu Sans"/>
                          <a:cs typeface="DejaVu Sans"/>
                        </a:rPr>
                        <a:t>Trabajadores</a:t>
                      </a:r>
                    </a:p>
                  </a:txBody>
                  <a:tcPr marL="91440" marR="91440" marT="45720" marB="45720" anchor="ctr">
                    <a:lnL w="9525">
                      <a:solidFill>
                        <a:srgbClr val="B9CCD1"/>
                      </a:solidFill>
                      <a:prstDash val="solid"/>
                    </a:lnL>
                    <a:lnR w="9525">
                      <a:solidFill>
                        <a:srgbClr val="B9CCD1"/>
                      </a:solidFill>
                      <a:prstDash val="solid"/>
                    </a:lnR>
                    <a:lnB w="9525">
                      <a:solidFill>
                        <a:srgbClr val="B9CCD1"/>
                      </a:solidFill>
                      <a:prstDash val="solid"/>
                    </a:lnB>
                    <a:solidFill>
                      <a:srgbClr val="EDF4F5"/>
                    </a:solidFill>
                  </a:tcPr>
                </a:tc>
                <a:tc>
                  <a:txBody>
                    <a:bodyPr wrap="square" lIns="123825" tIns="85725" rIns="123825" bIns="85725">
                      <a:noAutofit/>
                    </a:bodyPr>
                    <a:lstStyle/>
                    <a:p>
                      <a:r>
                        <a:rPr sz="1725" b="0">
                          <a:solidFill>
                            <a:srgbClr val="163447"/>
                          </a:solidFill>
                          <a:latin typeface="DejaVu Sans"/>
                          <a:ea typeface="DejaVu Sans"/>
                          <a:cs typeface="DejaVu Sans"/>
                        </a:rPr>
                        <a:t>Buscar, filtrar por especialidad, consultar disponibilidad y calcular carga.</a:t>
                      </a:r>
                    </a:p>
                  </a:txBody>
                  <a:tcPr marL="91440" marR="91440" marT="45720" marB="45720" anchor="ctr">
                    <a:lnR w="9525">
                      <a:solidFill>
                        <a:srgbClr val="B9CCD1"/>
                      </a:solidFill>
                      <a:prstDash val="solid"/>
                    </a:lnR>
                    <a:lnB w="9525">
                      <a:solidFill>
                        <a:srgbClr val="B9CCD1"/>
                      </a:solidFill>
                      <a:prstDash val="solid"/>
                    </a:lnB>
                    <a:solidFill>
                      <a:srgbClr val="EDF4F5"/>
                    </a:solidFill>
                  </a:tcPr>
                </a:tc>
                <a:tc>
                  <a:txBody>
                    <a:bodyPr wrap="square" lIns="123825" tIns="85725" rIns="123825" bIns="85725">
                      <a:noAutofit/>
                    </a:bodyPr>
                    <a:lstStyle/>
                    <a:p>
                      <a:r>
                        <a:rPr sz="1725" b="0">
                          <a:solidFill>
                            <a:srgbClr val="163447"/>
                          </a:solidFill>
                          <a:latin typeface="DejaVu Sans"/>
                          <a:ea typeface="DejaVu Sans"/>
                          <a:cs typeface="DejaVu Sans"/>
                        </a:rPr>
                        <a:t>Esteban</a:t>
                      </a:r>
                    </a:p>
                  </a:txBody>
                  <a:tcPr marL="91440" marR="91440" marT="45720" marB="45720" anchor="ctr">
                    <a:lnR w="9525">
                      <a:solidFill>
                        <a:srgbClr val="B9CCD1"/>
                      </a:solidFill>
                      <a:prstDash val="solid"/>
                    </a:lnR>
                    <a:lnB w="9525">
                      <a:solidFill>
                        <a:srgbClr val="B9CCD1"/>
                      </a:solidFill>
                      <a:prstDash val="solid"/>
                    </a:lnB>
                    <a:solidFill>
                      <a:srgbClr val="EDF4F5"/>
                    </a:solidFill>
                  </a:tcPr>
                </a:tc>
              </a:tr>
              <a:tr h="746125">
                <a:tc>
                  <a:txBody>
                    <a:bodyPr wrap="square" lIns="123825" tIns="85725" rIns="123825" bIns="85725">
                      <a:noAutofit/>
                    </a:bodyPr>
                    <a:lstStyle/>
                    <a:p>
                      <a:r>
                        <a:rPr sz="1725" b="0">
                          <a:solidFill>
                            <a:srgbClr val="163447"/>
                          </a:solidFill>
                          <a:latin typeface="DejaVu Sans"/>
                          <a:ea typeface="DejaVu Sans"/>
                          <a:cs typeface="DejaVu Sans"/>
                        </a:rPr>
                        <a:t>Actividades y prioridades</a:t>
                      </a:r>
                    </a:p>
                  </a:txBody>
                  <a:tcPr marL="91440" marR="91440" marT="45720" marB="45720" anchor="ctr">
                    <a:lnL w="9525">
                      <a:solidFill>
                        <a:srgbClr val="B9CCD1"/>
                      </a:solidFill>
                      <a:prstDash val="solid"/>
                    </a:lnL>
                    <a:lnR w="9525">
                      <a:solidFill>
                        <a:srgbClr val="B9CCD1"/>
                      </a:solidFill>
                      <a:prstDash val="solid"/>
                    </a:lnR>
                    <a:lnB w="9525">
                      <a:solidFill>
                        <a:srgbClr val="B9CCD1"/>
                      </a:solidFill>
                      <a:prstDash val="solid"/>
                    </a:lnB>
                    <a:solidFill>
                      <a:srgbClr val="FFFFFF"/>
                    </a:solidFill>
                  </a:tcPr>
                </a:tc>
                <a:tc>
                  <a:txBody>
                    <a:bodyPr wrap="square" lIns="123825" tIns="85725" rIns="123825" bIns="85725">
                      <a:noAutofit/>
                    </a:bodyPr>
                    <a:lstStyle/>
                    <a:p>
                      <a:r>
                        <a:rPr sz="1725" b="0">
                          <a:solidFill>
                            <a:srgbClr val="163447"/>
                          </a:solidFill>
                          <a:latin typeface="DejaVu Sans"/>
                          <a:ea typeface="DejaVu Sans"/>
                          <a:cs typeface="DejaVu Sans"/>
                        </a:rPr>
                        <a:t>Clasificar, ordenar, consultar la próxima y actualizar prioridad.</a:t>
                      </a:r>
                    </a:p>
                  </a:txBody>
                  <a:tcPr marL="91440" marR="91440" marT="45720" marB="45720" anchor="ctr">
                    <a:lnR w="9525">
                      <a:solidFill>
                        <a:srgbClr val="B9CCD1"/>
                      </a:solidFill>
                      <a:prstDash val="solid"/>
                    </a:lnR>
                    <a:lnB w="9525">
                      <a:solidFill>
                        <a:srgbClr val="B9CCD1"/>
                      </a:solidFill>
                      <a:prstDash val="solid"/>
                    </a:lnB>
                    <a:solidFill>
                      <a:srgbClr val="FFFFFF"/>
                    </a:solidFill>
                  </a:tcPr>
                </a:tc>
                <a:tc>
                  <a:txBody>
                    <a:bodyPr wrap="square" lIns="123825" tIns="85725" rIns="123825" bIns="85725">
                      <a:noAutofit/>
                    </a:bodyPr>
                    <a:lstStyle/>
                    <a:p>
                      <a:r>
                        <a:rPr sz="1725" b="0">
                          <a:solidFill>
                            <a:srgbClr val="163447"/>
                          </a:solidFill>
                          <a:latin typeface="DejaVu Sans"/>
                          <a:ea typeface="DejaVu Sans"/>
                          <a:cs typeface="DejaVu Sans"/>
                        </a:rPr>
                        <a:t>Julián</a:t>
                      </a:r>
                    </a:p>
                  </a:txBody>
                  <a:tcPr marL="91440" marR="91440" marT="45720" marB="45720" anchor="ctr">
                    <a:lnR w="9525">
                      <a:solidFill>
                        <a:srgbClr val="B9CCD1"/>
                      </a:solidFill>
                      <a:prstDash val="solid"/>
                    </a:lnR>
                    <a:lnB w="9525">
                      <a:solidFill>
                        <a:srgbClr val="B9CCD1"/>
                      </a:solidFill>
                      <a:prstDash val="solid"/>
                    </a:lnB>
                    <a:solidFill>
                      <a:srgbClr val="FFFFFF"/>
                    </a:solidFill>
                  </a:tcPr>
                </a:tc>
              </a:tr>
              <a:tr h="746125">
                <a:tc>
                  <a:txBody>
                    <a:bodyPr wrap="square" lIns="123825" tIns="85725" rIns="123825" bIns="85725">
                      <a:noAutofit/>
                    </a:bodyPr>
                    <a:lstStyle/>
                    <a:p>
                      <a:r>
                        <a:rPr sz="1725" b="0">
                          <a:solidFill>
                            <a:srgbClr val="163447"/>
                          </a:solidFill>
                          <a:latin typeface="DejaVu Sans"/>
                          <a:ea typeface="DejaVu Sans"/>
                          <a:cs typeface="DejaVu Sans"/>
                        </a:rPr>
                        <a:t>Asignación</a:t>
                      </a:r>
                    </a:p>
                  </a:txBody>
                  <a:tcPr marL="91440" marR="91440" marT="45720" marB="45720" anchor="ctr">
                    <a:lnL w="9525">
                      <a:solidFill>
                        <a:srgbClr val="B9CCD1"/>
                      </a:solidFill>
                      <a:prstDash val="solid"/>
                    </a:lnL>
                    <a:lnR w="9525">
                      <a:solidFill>
                        <a:srgbClr val="B9CCD1"/>
                      </a:solidFill>
                      <a:prstDash val="solid"/>
                    </a:lnR>
                    <a:lnB w="9525">
                      <a:solidFill>
                        <a:srgbClr val="B9CCD1"/>
                      </a:solidFill>
                      <a:prstDash val="solid"/>
                    </a:lnB>
                    <a:solidFill>
                      <a:srgbClr val="EDF4F5"/>
                    </a:solidFill>
                  </a:tcPr>
                </a:tc>
                <a:tc>
                  <a:txBody>
                    <a:bodyPr wrap="square" lIns="123825" tIns="85725" rIns="123825" bIns="85725">
                      <a:noAutofit/>
                    </a:bodyPr>
                    <a:lstStyle/>
                    <a:p>
                      <a:r>
                        <a:rPr sz="1725" b="0">
                          <a:solidFill>
                            <a:srgbClr val="163447"/>
                          </a:solidFill>
                          <a:latin typeface="DejaVu Sans"/>
                          <a:ea typeface="DejaVu Sans"/>
                          <a:cs typeface="DejaVu Sans"/>
                        </a:rPr>
                        <a:t>Consultar candidatos, detectar cruces, asignar y reprogramar.</a:t>
                      </a:r>
                    </a:p>
                  </a:txBody>
                  <a:tcPr marL="91440" marR="91440" marT="45720" marB="45720" anchor="ctr">
                    <a:lnR w="9525">
                      <a:solidFill>
                        <a:srgbClr val="B9CCD1"/>
                      </a:solidFill>
                      <a:prstDash val="solid"/>
                    </a:lnR>
                    <a:lnB w="9525">
                      <a:solidFill>
                        <a:srgbClr val="B9CCD1"/>
                      </a:solidFill>
                      <a:prstDash val="solid"/>
                    </a:lnB>
                    <a:solidFill>
                      <a:srgbClr val="EDF4F5"/>
                    </a:solidFill>
                  </a:tcPr>
                </a:tc>
                <a:tc>
                  <a:txBody>
                    <a:bodyPr wrap="square" lIns="123825" tIns="85725" rIns="123825" bIns="85725">
                      <a:noAutofit/>
                    </a:bodyPr>
                    <a:lstStyle/>
                    <a:p>
                      <a:r>
                        <a:rPr sz="1725" b="0">
                          <a:solidFill>
                            <a:srgbClr val="163447"/>
                          </a:solidFill>
                          <a:latin typeface="DejaVu Sans"/>
                          <a:ea typeface="DejaVu Sans"/>
                          <a:cs typeface="DejaVu Sans"/>
                        </a:rPr>
                        <a:t>Esteban</a:t>
                      </a:r>
                    </a:p>
                  </a:txBody>
                  <a:tcPr marL="91440" marR="91440" marT="45720" marB="45720" anchor="ctr">
                    <a:lnR w="9525">
                      <a:solidFill>
                        <a:srgbClr val="B9CCD1"/>
                      </a:solidFill>
                      <a:prstDash val="solid"/>
                    </a:lnR>
                    <a:lnB w="9525">
                      <a:solidFill>
                        <a:srgbClr val="B9CCD1"/>
                      </a:solidFill>
                      <a:prstDash val="solid"/>
                    </a:lnB>
                    <a:solidFill>
                      <a:srgbClr val="EDF4F5"/>
                    </a:solidFill>
                  </a:tcPr>
                </a:tc>
              </a:tr>
              <a:tr h="746125">
                <a:tc>
                  <a:txBody>
                    <a:bodyPr wrap="square" lIns="123825" tIns="85725" rIns="123825" bIns="85725">
                      <a:noAutofit/>
                    </a:bodyPr>
                    <a:lstStyle/>
                    <a:p>
                      <a:r>
                        <a:rPr sz="1725" b="0">
                          <a:solidFill>
                            <a:srgbClr val="163447"/>
                          </a:solidFill>
                          <a:latin typeface="DejaVu Sans"/>
                          <a:ea typeface="DejaVu Sans"/>
                          <a:cs typeface="DejaVu Sans"/>
                        </a:rPr>
                        <a:t>Seguimiento</a:t>
                      </a:r>
                    </a:p>
                  </a:txBody>
                  <a:tcPr marL="91440" marR="91440" marT="45720" marB="45720" anchor="ctr">
                    <a:lnL w="9525">
                      <a:solidFill>
                        <a:srgbClr val="B9CCD1"/>
                      </a:solidFill>
                      <a:prstDash val="solid"/>
                    </a:lnL>
                    <a:lnR w="9525">
                      <a:solidFill>
                        <a:srgbClr val="B9CCD1"/>
                      </a:solidFill>
                      <a:prstDash val="solid"/>
                    </a:lnR>
                    <a:lnB w="9525">
                      <a:solidFill>
                        <a:srgbClr val="B9CCD1"/>
                      </a:solidFill>
                      <a:prstDash val="solid"/>
                    </a:lnB>
                    <a:solidFill>
                      <a:srgbClr val="FFFFFF"/>
                    </a:solidFill>
                  </a:tcPr>
                </a:tc>
                <a:tc>
                  <a:txBody>
                    <a:bodyPr wrap="square" lIns="123825" tIns="85725" rIns="123825" bIns="85725">
                      <a:noAutofit/>
                    </a:bodyPr>
                    <a:lstStyle/>
                    <a:p>
                      <a:r>
                        <a:rPr sz="1725" b="0">
                          <a:solidFill>
                            <a:srgbClr val="163447"/>
                          </a:solidFill>
                          <a:latin typeface="DejaVu Sans"/>
                          <a:ea typeface="DejaVu Sans"/>
                          <a:cs typeface="DejaVu Sans"/>
                        </a:rPr>
                        <a:t>Actualizar avance, detectar vencidas, contar por estado y calcular avance.</a:t>
                      </a:r>
                    </a:p>
                  </a:txBody>
                  <a:tcPr marL="91440" marR="91440" marT="45720" marB="45720" anchor="ctr">
                    <a:lnR w="9525">
                      <a:solidFill>
                        <a:srgbClr val="B9CCD1"/>
                      </a:solidFill>
                      <a:prstDash val="solid"/>
                    </a:lnR>
                    <a:lnB w="9525">
                      <a:solidFill>
                        <a:srgbClr val="B9CCD1"/>
                      </a:solidFill>
                      <a:prstDash val="solid"/>
                    </a:lnB>
                    <a:solidFill>
                      <a:srgbClr val="FFFFFF"/>
                    </a:solidFill>
                  </a:tcPr>
                </a:tc>
                <a:tc>
                  <a:txBody>
                    <a:bodyPr wrap="square" lIns="123825" tIns="85725" rIns="123825" bIns="85725">
                      <a:noAutofit/>
                    </a:bodyPr>
                    <a:lstStyle/>
                    <a:p>
                      <a:r>
                        <a:rPr sz="1725" b="0">
                          <a:solidFill>
                            <a:srgbClr val="163447"/>
                          </a:solidFill>
                          <a:latin typeface="DejaVu Sans"/>
                          <a:ea typeface="DejaVu Sans"/>
                          <a:cs typeface="DejaVu Sans"/>
                        </a:rPr>
                        <a:t>Daniel</a:t>
                      </a:r>
                    </a:p>
                  </a:txBody>
                  <a:tcPr marL="91440" marR="91440" marT="45720" marB="45720" anchor="ctr">
                    <a:lnR w="9525">
                      <a:solidFill>
                        <a:srgbClr val="B9CCD1"/>
                      </a:solidFill>
                      <a:prstDash val="solid"/>
                    </a:lnR>
                    <a:lnB w="9525">
                      <a:solidFill>
                        <a:srgbClr val="B9CCD1"/>
                      </a:solidFill>
                      <a:prstDash val="solid"/>
                    </a:lnB>
                    <a:solidFill>
                      <a:srgbClr val="FFFFFF"/>
                    </a:solidFill>
                  </a:tcPr>
                </a:tc>
              </a:tr>
            </a:tbl>
          </a:graphicData>
        </a:graphic>
      </p:graphicFrame>
      <p:sp>
        <p:nvSpPr>
          <p:cNvPr id="5" name="texto-3">
            <a:extLst xmlns:a="http://schemas.openxmlformats.org/drawingml/2006/main">
              <a:ext uri="{FF2B5EF4-FFF2-40B4-BE49-F238E27FC236}">
                <a16:creationId xmlns:a16="http://schemas.microsoft.com/office/drawing/2014/main" id="{AE8366DB-B78F-45F3-A136-FED9594DD616}"/>
              </a:ext>
            </a:extLst>
          </p:cNvPr>
          <p:cNvSpPr>
            <a:spLocks xmlns:a="http://schemas.openxmlformats.org/drawingml/2006/main" noGrp="1"/>
          </p:cNvSpPr>
          <p:nvPr/>
        </p:nvSpPr>
        <p:spPr>
          <a:xfrm xmlns:a="http://schemas.openxmlformats.org/drawingml/2006/main">
            <a:off x="609600" y="6076950"/>
            <a:ext cx="10972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500" b="0">
                <a:solidFill>
                  <a:srgbClr val="52636D"/>
                </a:solidFill>
                <a:latin typeface="DejaVu Sans"/>
                <a:ea typeface="DejaVu Sans"/>
                <a:cs typeface="DejaVu Sans"/>
              </a:defRPr>
            </a:defPPr>
            <a:lvl1pPr>
              <a:defRPr sz="1500" b="0">
                <a:solidFill>
                  <a:srgbClr val="52636D"/>
                </a:solidFill>
                <a:latin typeface="DejaVu Sans"/>
                <a:ea typeface="DejaVu Sans"/>
                <a:cs typeface="DejaVu Sans"/>
              </a:defRPr>
            </a:lvl1pPr>
            <a:lvl2pPr>
              <a:defRPr sz="1500" b="0">
                <a:solidFill>
                  <a:srgbClr val="52636D"/>
                </a:solidFill>
                <a:latin typeface="DejaVu Sans"/>
                <a:ea typeface="DejaVu Sans"/>
                <a:cs typeface="DejaVu Sans"/>
              </a:defRPr>
            </a:lvl2pPr>
            <a:lvl3pPr>
              <a:defRPr sz="1500" b="0">
                <a:solidFill>
                  <a:srgbClr val="52636D"/>
                </a:solidFill>
                <a:latin typeface="DejaVu Sans"/>
                <a:ea typeface="DejaVu Sans"/>
                <a:cs typeface="DejaVu Sans"/>
              </a:defRPr>
            </a:lvl3pPr>
            <a:lvl4pPr>
              <a:defRPr sz="1500" b="0">
                <a:solidFill>
                  <a:srgbClr val="52636D"/>
                </a:solidFill>
                <a:latin typeface="DejaVu Sans"/>
                <a:ea typeface="DejaVu Sans"/>
                <a:cs typeface="DejaVu Sans"/>
              </a:defRPr>
            </a:lvl4pPr>
            <a:lvl5pPr>
              <a:defRPr sz="1500" b="0">
                <a:solidFill>
                  <a:srgbClr val="52636D"/>
                </a:solidFill>
                <a:latin typeface="DejaVu Sans"/>
                <a:ea typeface="DejaVu Sans"/>
                <a:cs typeface="DejaVu Sans"/>
              </a:defRPr>
            </a:lvl5pPr>
            <a:lvl6pPr>
              <a:defRPr sz="1500" b="0">
                <a:solidFill>
                  <a:srgbClr val="52636D"/>
                </a:solidFill>
                <a:latin typeface="DejaVu Sans"/>
                <a:ea typeface="DejaVu Sans"/>
                <a:cs typeface="DejaVu Sans"/>
              </a:defRPr>
            </a:lvl6pPr>
            <a:lvl7pPr>
              <a:defRPr sz="1500" b="0">
                <a:solidFill>
                  <a:srgbClr val="52636D"/>
                </a:solidFill>
                <a:latin typeface="DejaVu Sans"/>
                <a:ea typeface="DejaVu Sans"/>
                <a:cs typeface="DejaVu Sans"/>
              </a:defRPr>
            </a:lvl7pPr>
            <a:lvl8pPr>
              <a:defRPr sz="1500" b="0">
                <a:solidFill>
                  <a:srgbClr val="52636D"/>
                </a:solidFill>
                <a:latin typeface="DejaVu Sans"/>
                <a:ea typeface="DejaVu Sans"/>
                <a:cs typeface="DejaVu Sans"/>
              </a:defRPr>
            </a:lvl8pPr>
            <a:lvl9pPr>
              <a:defRPr sz="1500" b="0">
                <a:solidFill>
                  <a:srgbClr val="52636D"/>
                </a:solidFill>
                <a:latin typeface="DejaVu Sans"/>
                <a:ea typeface="DejaVu Sans"/>
                <a:cs typeface="DejaVu Sans"/>
              </a:defRPr>
            </a:lvl9pPr>
          </a:lstStyle>
          <a:p xmlns:a="http://schemas.openxmlformats.org/drawingml/2006/main">
            <a:pPr>
              <a:defRPr sz="1500" b="0">
                <a:solidFill>
                  <a:srgbClr val="52636D"/>
                </a:solidFill>
                <a:latin typeface="DejaVu Sans"/>
                <a:ea typeface="DejaVu Sans"/>
                <a:cs typeface="DejaVu Sans"/>
              </a:defRPr>
            </a:pPr>
            <a:r>
              <a:rPr sz="1500" b="0">
                <a:solidFill>
                  <a:srgbClr val="52636D"/>
                </a:solidFill>
                <a:latin typeface="DejaVu Sans"/>
                <a:ea typeface="DejaVu Sans"/>
                <a:cs typeface="DejaVu Sans"/>
              </a:rPr>
              <a:t>Cada módulo incluye propósito, actor, datos, cuatro operaciones, reglas y relación con los demás.</a:t>
            </a:r>
          </a:p>
        </p:txBody>
      </p:sp>
    </p:spTree>
    <p:extLst>
      <p:ext uri="{BB962C8B-B14F-4D97-AF65-F5344CB8AC3E}">
        <p14:creationId xmlns:p14="http://schemas.microsoft.com/office/powerpoint/2010/main" val="43613335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cxnSp>
        <p:nvCxnSpPr>
          <p:cNvPr id="32" name="">
            <a:extLst xmlns:a="http://schemas.openxmlformats.org/drawingml/2006/main">
              <a:ext uri="{FF2B5EF4-FFF2-40B4-BE49-F238E27FC236}">
                <a16:creationId xmlns:a16="http://schemas.microsoft.com/office/drawing/2014/main" id="{43E7E144-7A22-4439-AA87-0B53BCFFC365}"/>
              </a:ext>
            </a:extLst>
          </p:cNvPr>
          <p:cNvCxnSpPr>
            <a:stCxn xmlns:a="http://schemas.openxmlformats.org/drawingml/2006/main" id="19" idx="0"/>
            <a:endCxn xmlns:a="http://schemas.openxmlformats.org/drawingml/2006/main" id="13" idx="2"/>
          </p:cNvCxnSpPr>
          <p:nvPr/>
        </p:nvCxnSpPr>
        <p:spPr>
          <a:xfrm xmlns:a="http://schemas.openxmlformats.org/drawingml/2006/main" flipV="1">
            <a:off x="9486900" y="4476750"/>
            <a:ext cx="0" cy="381000"/>
          </a:xfrm>
          <a:prstGeom xmlns:a="http://schemas.openxmlformats.org/drawingml/2006/main" prst="straightConnector1">
            <a:avLst/>
          </a:prstGeom>
          <a:ln xmlns:a="http://schemas.openxmlformats.org/drawingml/2006/main" w="14288">
            <a:solidFill>
              <a:srgbClr val="52636D"/>
            </a:solidFill>
            <a:prstDash val="solid"/>
          </a:ln>
        </p:spPr>
      </p:cxnSp>
      <p:cxnSp>
        <p:nvCxnSpPr>
          <p:cNvPr id="29" name="">
            <a:extLst xmlns:a="http://schemas.openxmlformats.org/drawingml/2006/main">
              <a:ext uri="{FF2B5EF4-FFF2-40B4-BE49-F238E27FC236}">
                <a16:creationId xmlns:a16="http://schemas.microsoft.com/office/drawing/2014/main" id="{9919C122-84F5-46F9-B660-2734551D2191}"/>
              </a:ext>
            </a:extLst>
          </p:cNvPr>
          <p:cNvCxnSpPr>
            <a:stCxn xmlns:a="http://schemas.openxmlformats.org/drawingml/2006/main" id="10" idx="3"/>
            <a:endCxn xmlns:a="http://schemas.openxmlformats.org/drawingml/2006/main" id="13" idx="1"/>
          </p:cNvCxnSpPr>
          <p:nvPr/>
        </p:nvCxnSpPr>
        <p:spPr>
          <a:xfrm xmlns:a="http://schemas.openxmlformats.org/drawingml/2006/main">
            <a:off x="4800600" y="3786188"/>
            <a:ext cx="2590800" cy="0"/>
          </a:xfrm>
          <a:prstGeom xmlns:a="http://schemas.openxmlformats.org/drawingml/2006/main" prst="straightConnector1">
            <a:avLst/>
          </a:prstGeom>
          <a:ln xmlns:a="http://schemas.openxmlformats.org/drawingml/2006/main" w="14288">
            <a:solidFill>
              <a:srgbClr val="52636D"/>
            </a:solidFill>
            <a:prstDash val="solid"/>
          </a:ln>
        </p:spPr>
      </p:cxnSp>
      <p:cxnSp>
        <p:nvCxnSpPr>
          <p:cNvPr id="26" name="">
            <a:extLst xmlns:a="http://schemas.openxmlformats.org/drawingml/2006/main">
              <a:ext uri="{FF2B5EF4-FFF2-40B4-BE49-F238E27FC236}">
                <a16:creationId xmlns:a16="http://schemas.microsoft.com/office/drawing/2014/main" id="{C1AD1182-5FE1-4089-B52E-EECA3A481785}"/>
              </a:ext>
            </a:extLst>
          </p:cNvPr>
          <p:cNvCxnSpPr>
            <a:stCxn xmlns:a="http://schemas.openxmlformats.org/drawingml/2006/main" id="7" idx="2"/>
            <a:endCxn xmlns:a="http://schemas.openxmlformats.org/drawingml/2006/main" id="13" idx="0"/>
          </p:cNvCxnSpPr>
          <p:nvPr/>
        </p:nvCxnSpPr>
        <p:spPr>
          <a:xfrm xmlns:a="http://schemas.openxmlformats.org/drawingml/2006/main">
            <a:off x="9486900" y="2714625"/>
            <a:ext cx="0" cy="381000"/>
          </a:xfrm>
          <a:prstGeom xmlns:a="http://schemas.openxmlformats.org/drawingml/2006/main" prst="straightConnector1">
            <a:avLst/>
          </a:prstGeom>
          <a:ln xmlns:a="http://schemas.openxmlformats.org/drawingml/2006/main" w="14288">
            <a:solidFill>
              <a:srgbClr val="52636D"/>
            </a:solidFill>
            <a:prstDash val="solid"/>
          </a:ln>
        </p:spPr>
      </p:cxnSp>
      <p:cxnSp>
        <p:nvCxnSpPr>
          <p:cNvPr id="22" name="">
            <a:extLst xmlns:a="http://schemas.openxmlformats.org/drawingml/2006/main">
              <a:ext uri="{FF2B5EF4-FFF2-40B4-BE49-F238E27FC236}">
                <a16:creationId xmlns:a16="http://schemas.microsoft.com/office/drawing/2014/main" id="{BC5BEFC6-8A88-436E-AB9F-D97D1BE9C70B}"/>
              </a:ext>
            </a:extLst>
          </p:cNvPr>
          <p:cNvCxnSpPr>
            <a:stCxn xmlns:a="http://schemas.openxmlformats.org/drawingml/2006/main" id="4" idx="3"/>
            <a:endCxn xmlns:a="http://schemas.openxmlformats.org/drawingml/2006/main" id="7" idx="1"/>
          </p:cNvCxnSpPr>
          <p:nvPr/>
        </p:nvCxnSpPr>
        <p:spPr>
          <a:xfrm xmlns:a="http://schemas.openxmlformats.org/drawingml/2006/main">
            <a:off x="4800600" y="2024063"/>
            <a:ext cx="2590800" cy="0"/>
          </a:xfrm>
          <a:prstGeom xmlns:a="http://schemas.openxmlformats.org/drawingml/2006/main" prst="straightConnector1">
            <a:avLst/>
          </a:prstGeom>
          <a:ln xmlns:a="http://schemas.openxmlformats.org/drawingml/2006/main" w="14288">
            <a:solidFill>
              <a:srgbClr val="52636D"/>
            </a:solidFill>
            <a:prstDash val="solid"/>
          </a:ln>
        </p:spPr>
      </p:cxnSp>
      <p:sp>
        <p:nvSpPr>
          <p:cNvPr id="35" name="texto-0">
            <a:extLst xmlns:a="http://schemas.openxmlformats.org/drawingml/2006/main">
              <a:ext uri="{FF2B5EF4-FFF2-40B4-BE49-F238E27FC236}">
                <a16:creationId xmlns:a16="http://schemas.microsoft.com/office/drawing/2014/main" id="{F4039CBF-FB44-4810-855C-99E20B525F16}"/>
              </a:ext>
            </a:extLst>
          </p:cNvPr>
          <p:cNvSpPr>
            <a:spLocks xmlns:a="http://schemas.openxmlformats.org/drawingml/2006/main" noGrp="1"/>
          </p:cNvSpPr>
          <p:nvPr/>
        </p:nvSpPr>
        <p:spPr>
          <a:xfrm xmlns:a="http://schemas.openxmlformats.org/drawingml/2006/main">
            <a:off x="609600" y="400050"/>
            <a:ext cx="109728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300" b="1">
                <a:solidFill>
                  <a:srgbClr val="163447"/>
                </a:solidFill>
                <a:latin typeface="DejaVu Sans"/>
                <a:ea typeface="DejaVu Sans"/>
                <a:cs typeface="DejaVu Sans"/>
              </a:defRPr>
            </a:defPPr>
            <a:lvl1pPr>
              <a:defRPr sz="3300" b="1">
                <a:solidFill>
                  <a:srgbClr val="163447"/>
                </a:solidFill>
                <a:latin typeface="DejaVu Sans"/>
                <a:ea typeface="DejaVu Sans"/>
                <a:cs typeface="DejaVu Sans"/>
              </a:defRPr>
            </a:lvl1pPr>
            <a:lvl2pPr>
              <a:defRPr sz="3300" b="1">
                <a:solidFill>
                  <a:srgbClr val="163447"/>
                </a:solidFill>
                <a:latin typeface="DejaVu Sans"/>
                <a:ea typeface="DejaVu Sans"/>
                <a:cs typeface="DejaVu Sans"/>
              </a:defRPr>
            </a:lvl2pPr>
            <a:lvl3pPr>
              <a:defRPr sz="3300" b="1">
                <a:solidFill>
                  <a:srgbClr val="163447"/>
                </a:solidFill>
                <a:latin typeface="DejaVu Sans"/>
                <a:ea typeface="DejaVu Sans"/>
                <a:cs typeface="DejaVu Sans"/>
              </a:defRPr>
            </a:lvl3pPr>
            <a:lvl4pPr>
              <a:defRPr sz="3300" b="1">
                <a:solidFill>
                  <a:srgbClr val="163447"/>
                </a:solidFill>
                <a:latin typeface="DejaVu Sans"/>
                <a:ea typeface="DejaVu Sans"/>
                <a:cs typeface="DejaVu Sans"/>
              </a:defRPr>
            </a:lvl4pPr>
            <a:lvl5pPr>
              <a:defRPr sz="3300" b="1">
                <a:solidFill>
                  <a:srgbClr val="163447"/>
                </a:solidFill>
                <a:latin typeface="DejaVu Sans"/>
                <a:ea typeface="DejaVu Sans"/>
                <a:cs typeface="DejaVu Sans"/>
              </a:defRPr>
            </a:lvl5pPr>
            <a:lvl6pPr>
              <a:defRPr sz="3300" b="1">
                <a:solidFill>
                  <a:srgbClr val="163447"/>
                </a:solidFill>
                <a:latin typeface="DejaVu Sans"/>
                <a:ea typeface="DejaVu Sans"/>
                <a:cs typeface="DejaVu Sans"/>
              </a:defRPr>
            </a:lvl6pPr>
            <a:lvl7pPr>
              <a:defRPr sz="3300" b="1">
                <a:solidFill>
                  <a:srgbClr val="163447"/>
                </a:solidFill>
                <a:latin typeface="DejaVu Sans"/>
                <a:ea typeface="DejaVu Sans"/>
                <a:cs typeface="DejaVu Sans"/>
              </a:defRPr>
            </a:lvl7pPr>
            <a:lvl8pPr>
              <a:defRPr sz="3300" b="1">
                <a:solidFill>
                  <a:srgbClr val="163447"/>
                </a:solidFill>
                <a:latin typeface="DejaVu Sans"/>
                <a:ea typeface="DejaVu Sans"/>
                <a:cs typeface="DejaVu Sans"/>
              </a:defRPr>
            </a:lvl8pPr>
            <a:lvl9pPr>
              <a:defRPr sz="3300" b="1">
                <a:solidFill>
                  <a:srgbClr val="163447"/>
                </a:solidFill>
                <a:latin typeface="DejaVu Sans"/>
                <a:ea typeface="DejaVu Sans"/>
                <a:cs typeface="DejaVu Sans"/>
              </a:defRPr>
            </a:lvl9pPr>
          </a:lstStyle>
          <a:p xmlns:a="http://schemas.openxmlformats.org/drawingml/2006/main">
            <a:pPr>
              <a:defRPr sz="3300" b="1">
                <a:solidFill>
                  <a:srgbClr val="163447"/>
                </a:solidFill>
                <a:latin typeface="DejaVu Sans"/>
                <a:ea typeface="DejaVu Sans"/>
                <a:cs typeface="DejaVu Sans"/>
              </a:defRPr>
            </a:pPr>
            <a:r>
              <a:rPr sz="3300" b="1">
                <a:solidFill>
                  <a:srgbClr val="163447"/>
                </a:solidFill>
                <a:latin typeface="DejaVu Sans"/>
                <a:ea typeface="DejaVu Sans"/>
                <a:cs typeface="DejaVu Sans"/>
              </a:rPr>
              <a:t>UML del dominio y servicio de prioridades</a:t>
            </a:r>
          </a:p>
        </p:txBody>
      </p:sp>
      <p:sp>
        <p:nvSpPr>
          <p:cNvPr id="2" name="texto-1">
            <a:extLst xmlns:a="http://schemas.openxmlformats.org/drawingml/2006/main">
              <a:ext uri="{FF2B5EF4-FFF2-40B4-BE49-F238E27FC236}">
                <a16:creationId xmlns:a16="http://schemas.microsoft.com/office/drawing/2014/main" id="{A4F0B9F8-1130-4AEB-ADFB-F4EDDEBD2227}"/>
              </a:ext>
            </a:extLst>
          </p:cNvPr>
          <p:cNvSpPr>
            <a:spLocks xmlns:a="http://schemas.openxmlformats.org/drawingml/2006/main" noGrp="1"/>
          </p:cNvSpPr>
          <p:nvPr/>
        </p:nvSpPr>
        <p:spPr>
          <a:xfrm xmlns:a="http://schemas.openxmlformats.org/drawingml/2006/main">
            <a:off x="609600" y="64960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125" b="0">
                <a:solidFill>
                  <a:srgbClr val="52636D"/>
                </a:solidFill>
                <a:latin typeface="DejaVu Sans"/>
                <a:ea typeface="DejaVu Sans"/>
                <a:cs typeface="DejaVu Sans"/>
              </a:defRPr>
            </a:defPPr>
            <a:lvl1pPr>
              <a:defRPr sz="1125" b="0">
                <a:solidFill>
                  <a:srgbClr val="52636D"/>
                </a:solidFill>
                <a:latin typeface="DejaVu Sans"/>
                <a:ea typeface="DejaVu Sans"/>
                <a:cs typeface="DejaVu Sans"/>
              </a:defRPr>
            </a:lvl1pPr>
            <a:lvl2pPr>
              <a:defRPr sz="1125" b="0">
                <a:solidFill>
                  <a:srgbClr val="52636D"/>
                </a:solidFill>
                <a:latin typeface="DejaVu Sans"/>
                <a:ea typeface="DejaVu Sans"/>
                <a:cs typeface="DejaVu Sans"/>
              </a:defRPr>
            </a:lvl2pPr>
            <a:lvl3pPr>
              <a:defRPr sz="1125" b="0">
                <a:solidFill>
                  <a:srgbClr val="52636D"/>
                </a:solidFill>
                <a:latin typeface="DejaVu Sans"/>
                <a:ea typeface="DejaVu Sans"/>
                <a:cs typeface="DejaVu Sans"/>
              </a:defRPr>
            </a:lvl3pPr>
            <a:lvl4pPr>
              <a:defRPr sz="1125" b="0">
                <a:solidFill>
                  <a:srgbClr val="52636D"/>
                </a:solidFill>
                <a:latin typeface="DejaVu Sans"/>
                <a:ea typeface="DejaVu Sans"/>
                <a:cs typeface="DejaVu Sans"/>
              </a:defRPr>
            </a:lvl4pPr>
            <a:lvl5pPr>
              <a:defRPr sz="1125" b="0">
                <a:solidFill>
                  <a:srgbClr val="52636D"/>
                </a:solidFill>
                <a:latin typeface="DejaVu Sans"/>
                <a:ea typeface="DejaVu Sans"/>
                <a:cs typeface="DejaVu Sans"/>
              </a:defRPr>
            </a:lvl5pPr>
            <a:lvl6pPr>
              <a:defRPr sz="1125" b="0">
                <a:solidFill>
                  <a:srgbClr val="52636D"/>
                </a:solidFill>
                <a:latin typeface="DejaVu Sans"/>
                <a:ea typeface="DejaVu Sans"/>
                <a:cs typeface="DejaVu Sans"/>
              </a:defRPr>
            </a:lvl6pPr>
            <a:lvl7pPr>
              <a:defRPr sz="1125" b="0">
                <a:solidFill>
                  <a:srgbClr val="52636D"/>
                </a:solidFill>
                <a:latin typeface="DejaVu Sans"/>
                <a:ea typeface="DejaVu Sans"/>
                <a:cs typeface="DejaVu Sans"/>
              </a:defRPr>
            </a:lvl7pPr>
            <a:lvl8pPr>
              <a:defRPr sz="1125" b="0">
                <a:solidFill>
                  <a:srgbClr val="52636D"/>
                </a:solidFill>
                <a:latin typeface="DejaVu Sans"/>
                <a:ea typeface="DejaVu Sans"/>
                <a:cs typeface="DejaVu Sans"/>
              </a:defRPr>
            </a:lvl8pPr>
            <a:lvl9pPr>
              <a:defRPr sz="1125" b="0">
                <a:solidFill>
                  <a:srgbClr val="52636D"/>
                </a:solidFill>
                <a:latin typeface="DejaVu Sans"/>
                <a:ea typeface="DejaVu Sans"/>
                <a:cs typeface="DejaVu Sans"/>
              </a:defRPr>
            </a:lvl9pPr>
          </a:lstStyle>
          <a:p xmlns:a="http://schemas.openxmlformats.org/drawingml/2006/main">
            <a:pPr>
              <a:defRPr sz="1125" b="0">
                <a:solidFill>
                  <a:srgbClr val="52636D"/>
                </a:solidFill>
                <a:latin typeface="DejaVu Sans"/>
                <a:ea typeface="DejaVu Sans"/>
                <a:cs typeface="DejaVu Sans"/>
              </a:defRPr>
            </a:pPr>
            <a:r>
              <a:rPr sz="1125" b="0">
                <a:solidFill>
                  <a:srgbClr val="52636D"/>
                </a:solidFill>
                <a:latin typeface="DejaVu Sans"/>
                <a:ea typeface="DejaVu Sans"/>
                <a:cs typeface="DejaVu Sans"/>
              </a:rPr>
              <a:t>Dizeo   Programación III   Progreso 1</a:t>
            </a:r>
          </a:p>
        </p:txBody>
      </p:sp>
      <p:sp>
        <p:nvSpPr>
          <p:cNvPr id="3" name="texto-2">
            <a:extLst xmlns:a="http://schemas.openxmlformats.org/drawingml/2006/main">
              <a:ext uri="{FF2B5EF4-FFF2-40B4-BE49-F238E27FC236}">
                <a16:creationId xmlns:a16="http://schemas.microsoft.com/office/drawing/2014/main" id="{9D4AEFBA-9268-46AF-8A00-5BD203D3BDBE}"/>
              </a:ext>
            </a:extLst>
          </p:cNvPr>
          <p:cNvSpPr>
            <a:spLocks xmlns:a="http://schemas.openxmlformats.org/drawingml/2006/main" noGrp="1"/>
          </p:cNvSpPr>
          <p:nvPr/>
        </p:nvSpPr>
        <p:spPr>
          <a:xfrm xmlns:a="http://schemas.openxmlformats.org/drawingml/2006/main">
            <a:off x="11239500" y="649605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125" b="0">
                <a:solidFill>
                  <a:srgbClr val="52636D"/>
                </a:solidFill>
                <a:latin typeface="DejaVu Sans"/>
                <a:ea typeface="DejaVu Sans"/>
                <a:cs typeface="DejaVu Sans"/>
              </a:defRPr>
            </a:defPPr>
            <a:lvl1pPr>
              <a:defRPr sz="1125" b="0">
                <a:solidFill>
                  <a:srgbClr val="52636D"/>
                </a:solidFill>
                <a:latin typeface="DejaVu Sans"/>
                <a:ea typeface="DejaVu Sans"/>
                <a:cs typeface="DejaVu Sans"/>
              </a:defRPr>
            </a:lvl1pPr>
            <a:lvl2pPr>
              <a:defRPr sz="1125" b="0">
                <a:solidFill>
                  <a:srgbClr val="52636D"/>
                </a:solidFill>
                <a:latin typeface="DejaVu Sans"/>
                <a:ea typeface="DejaVu Sans"/>
                <a:cs typeface="DejaVu Sans"/>
              </a:defRPr>
            </a:lvl2pPr>
            <a:lvl3pPr>
              <a:defRPr sz="1125" b="0">
                <a:solidFill>
                  <a:srgbClr val="52636D"/>
                </a:solidFill>
                <a:latin typeface="DejaVu Sans"/>
                <a:ea typeface="DejaVu Sans"/>
                <a:cs typeface="DejaVu Sans"/>
              </a:defRPr>
            </a:lvl3pPr>
            <a:lvl4pPr>
              <a:defRPr sz="1125" b="0">
                <a:solidFill>
                  <a:srgbClr val="52636D"/>
                </a:solidFill>
                <a:latin typeface="DejaVu Sans"/>
                <a:ea typeface="DejaVu Sans"/>
                <a:cs typeface="DejaVu Sans"/>
              </a:defRPr>
            </a:lvl4pPr>
            <a:lvl5pPr>
              <a:defRPr sz="1125" b="0">
                <a:solidFill>
                  <a:srgbClr val="52636D"/>
                </a:solidFill>
                <a:latin typeface="DejaVu Sans"/>
                <a:ea typeface="DejaVu Sans"/>
                <a:cs typeface="DejaVu Sans"/>
              </a:defRPr>
            </a:lvl5pPr>
            <a:lvl6pPr>
              <a:defRPr sz="1125" b="0">
                <a:solidFill>
                  <a:srgbClr val="52636D"/>
                </a:solidFill>
                <a:latin typeface="DejaVu Sans"/>
                <a:ea typeface="DejaVu Sans"/>
                <a:cs typeface="DejaVu Sans"/>
              </a:defRPr>
            </a:lvl6pPr>
            <a:lvl7pPr>
              <a:defRPr sz="1125" b="0">
                <a:solidFill>
                  <a:srgbClr val="52636D"/>
                </a:solidFill>
                <a:latin typeface="DejaVu Sans"/>
                <a:ea typeface="DejaVu Sans"/>
                <a:cs typeface="DejaVu Sans"/>
              </a:defRPr>
            </a:lvl7pPr>
            <a:lvl8pPr>
              <a:defRPr sz="1125" b="0">
                <a:solidFill>
                  <a:srgbClr val="52636D"/>
                </a:solidFill>
                <a:latin typeface="DejaVu Sans"/>
                <a:ea typeface="DejaVu Sans"/>
                <a:cs typeface="DejaVu Sans"/>
              </a:defRPr>
            </a:lvl8pPr>
            <a:lvl9pPr>
              <a:defRPr sz="1125" b="0">
                <a:solidFill>
                  <a:srgbClr val="52636D"/>
                </a:solidFill>
                <a:latin typeface="DejaVu Sans"/>
                <a:ea typeface="DejaVu Sans"/>
                <a:cs typeface="DejaVu Sans"/>
              </a:defRPr>
            </a:lvl9pPr>
          </a:lstStyle>
          <a:p xmlns:a="http://schemas.openxmlformats.org/drawingml/2006/main">
            <a:pPr>
              <a:defRPr sz="1125" b="0">
                <a:solidFill>
                  <a:srgbClr val="52636D"/>
                </a:solidFill>
                <a:latin typeface="DejaVu Sans"/>
                <a:ea typeface="DejaVu Sans"/>
                <a:cs typeface="DejaVu Sans"/>
              </a:defRPr>
            </a:pPr>
            <a:r>
              <a:rPr sz="1125" b="0">
                <a:solidFill>
                  <a:srgbClr val="52636D"/>
                </a:solidFill>
                <a:latin typeface="DejaVu Sans"/>
                <a:ea typeface="DejaVu Sans"/>
                <a:cs typeface="DejaVu Sans"/>
              </a:rPr>
              <a:t>5</a:t>
            </a:r>
          </a:p>
        </p:txBody>
      </p:sp>
      <p:sp>
        <p:nvSpPr>
          <p:cNvPr id="4" name="clase-Obra">
            <a:extLst xmlns:a="http://schemas.openxmlformats.org/drawingml/2006/main">
              <a:ext uri="{FF2B5EF4-FFF2-40B4-BE49-F238E27FC236}">
                <a16:creationId xmlns:a16="http://schemas.microsoft.com/office/drawing/2014/main" id="{BF5B9BD4-25E5-4AF5-A124-DF4D719FF2E7}"/>
              </a:ext>
            </a:extLst>
          </p:cNvPr>
          <p:cNvSpPr>
            <a:spLocks xmlns:a="http://schemas.openxmlformats.org/drawingml/2006/main" noGrp="1"/>
          </p:cNvSpPr>
          <p:nvPr/>
        </p:nvSpPr>
        <p:spPr>
          <a:xfrm xmlns:a="http://schemas.openxmlformats.org/drawingml/2006/main">
            <a:off x="609600" y="1333500"/>
            <a:ext cx="4191000" cy="1381125"/>
          </a:xfrm>
          <a:prstGeom xmlns:a="http://schemas.openxmlformats.org/drawingml/2006/main" prst="rect">
            <a:avLst/>
          </a:prstGeom>
          <a:solidFill xmlns:a="http://schemas.openxmlformats.org/drawingml/2006/main">
            <a:srgbClr val="EDF4F5"/>
          </a:solidFill>
          <a:ln xmlns:a="http://schemas.openxmlformats.org/drawingml/2006/main" w="9525">
            <a:solidFill>
              <a:srgbClr val="52636D"/>
            </a:solidFill>
            <a:prstDash val="solid"/>
          </a:ln>
        </p:spPr>
      </p:sp>
      <p:sp>
        <p:nvSpPr>
          <p:cNvPr id="5" name="texto-4">
            <a:extLst xmlns:a="http://schemas.openxmlformats.org/drawingml/2006/main">
              <a:ext uri="{FF2B5EF4-FFF2-40B4-BE49-F238E27FC236}">
                <a16:creationId xmlns:a16="http://schemas.microsoft.com/office/drawing/2014/main" id="{9B55F298-57E8-41D7-9A69-1C4B13E28840}"/>
              </a:ext>
            </a:extLst>
          </p:cNvPr>
          <p:cNvSpPr>
            <a:spLocks xmlns:a="http://schemas.openxmlformats.org/drawingml/2006/main" noGrp="1"/>
          </p:cNvSpPr>
          <p:nvPr/>
        </p:nvSpPr>
        <p:spPr>
          <a:xfrm xmlns:a="http://schemas.openxmlformats.org/drawingml/2006/main">
            <a:off x="742950" y="1409700"/>
            <a:ext cx="39243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875" b="1">
                <a:solidFill>
                  <a:srgbClr val="163447"/>
                </a:solidFill>
                <a:latin typeface="DejaVu Sans"/>
                <a:ea typeface="DejaVu Sans"/>
                <a:cs typeface="DejaVu Sans"/>
              </a:defRPr>
            </a:defPPr>
            <a:lvl1pPr>
              <a:defRPr sz="1875" b="1">
                <a:solidFill>
                  <a:srgbClr val="163447"/>
                </a:solidFill>
                <a:latin typeface="DejaVu Sans"/>
                <a:ea typeface="DejaVu Sans"/>
                <a:cs typeface="DejaVu Sans"/>
              </a:defRPr>
            </a:lvl1pPr>
            <a:lvl2pPr>
              <a:defRPr sz="1875" b="1">
                <a:solidFill>
                  <a:srgbClr val="163447"/>
                </a:solidFill>
                <a:latin typeface="DejaVu Sans"/>
                <a:ea typeface="DejaVu Sans"/>
                <a:cs typeface="DejaVu Sans"/>
              </a:defRPr>
            </a:lvl2pPr>
            <a:lvl3pPr>
              <a:defRPr sz="1875" b="1">
                <a:solidFill>
                  <a:srgbClr val="163447"/>
                </a:solidFill>
                <a:latin typeface="DejaVu Sans"/>
                <a:ea typeface="DejaVu Sans"/>
                <a:cs typeface="DejaVu Sans"/>
              </a:defRPr>
            </a:lvl3pPr>
            <a:lvl4pPr>
              <a:defRPr sz="1875" b="1">
                <a:solidFill>
                  <a:srgbClr val="163447"/>
                </a:solidFill>
                <a:latin typeface="DejaVu Sans"/>
                <a:ea typeface="DejaVu Sans"/>
                <a:cs typeface="DejaVu Sans"/>
              </a:defRPr>
            </a:lvl4pPr>
            <a:lvl5pPr>
              <a:defRPr sz="1875" b="1">
                <a:solidFill>
                  <a:srgbClr val="163447"/>
                </a:solidFill>
                <a:latin typeface="DejaVu Sans"/>
                <a:ea typeface="DejaVu Sans"/>
                <a:cs typeface="DejaVu Sans"/>
              </a:defRPr>
            </a:lvl5pPr>
            <a:lvl6pPr>
              <a:defRPr sz="1875" b="1">
                <a:solidFill>
                  <a:srgbClr val="163447"/>
                </a:solidFill>
                <a:latin typeface="DejaVu Sans"/>
                <a:ea typeface="DejaVu Sans"/>
                <a:cs typeface="DejaVu Sans"/>
              </a:defRPr>
            </a:lvl6pPr>
            <a:lvl7pPr>
              <a:defRPr sz="1875" b="1">
                <a:solidFill>
                  <a:srgbClr val="163447"/>
                </a:solidFill>
                <a:latin typeface="DejaVu Sans"/>
                <a:ea typeface="DejaVu Sans"/>
                <a:cs typeface="DejaVu Sans"/>
              </a:defRPr>
            </a:lvl7pPr>
            <a:lvl8pPr>
              <a:defRPr sz="1875" b="1">
                <a:solidFill>
                  <a:srgbClr val="163447"/>
                </a:solidFill>
                <a:latin typeface="DejaVu Sans"/>
                <a:ea typeface="DejaVu Sans"/>
                <a:cs typeface="DejaVu Sans"/>
              </a:defRPr>
            </a:lvl8pPr>
            <a:lvl9pPr>
              <a:defRPr sz="1875" b="1">
                <a:solidFill>
                  <a:srgbClr val="163447"/>
                </a:solidFill>
                <a:latin typeface="DejaVu Sans"/>
                <a:ea typeface="DejaVu Sans"/>
                <a:cs typeface="DejaVu Sans"/>
              </a:defRPr>
            </a:lvl9pPr>
          </a:lstStyle>
          <a:p xmlns:a="http://schemas.openxmlformats.org/drawingml/2006/main">
            <a:pPr>
              <a:defRPr sz="1875" b="1">
                <a:solidFill>
                  <a:srgbClr val="163447"/>
                </a:solidFill>
                <a:latin typeface="DejaVu Sans"/>
                <a:ea typeface="DejaVu Sans"/>
                <a:cs typeface="DejaVu Sans"/>
              </a:defRPr>
            </a:pPr>
            <a:r>
              <a:rPr sz="1875" b="1">
                <a:solidFill>
                  <a:srgbClr val="163447"/>
                </a:solidFill>
                <a:latin typeface="DejaVu Sans"/>
                <a:ea typeface="DejaVu Sans"/>
                <a:cs typeface="DejaVu Sans"/>
              </a:rPr>
              <a:t>Obra</a:t>
            </a:r>
          </a:p>
        </p:txBody>
      </p:sp>
      <p:sp>
        <p:nvSpPr>
          <p:cNvPr id="6" name="texto-5">
            <a:extLst xmlns:a="http://schemas.openxmlformats.org/drawingml/2006/main">
              <a:ext uri="{FF2B5EF4-FFF2-40B4-BE49-F238E27FC236}">
                <a16:creationId xmlns:a16="http://schemas.microsoft.com/office/drawing/2014/main" id="{6863EA84-7F45-4FC4-BD47-3DF8823867D8}"/>
              </a:ext>
            </a:extLst>
          </p:cNvPr>
          <p:cNvSpPr>
            <a:spLocks xmlns:a="http://schemas.openxmlformats.org/drawingml/2006/main" noGrp="1"/>
          </p:cNvSpPr>
          <p:nvPr/>
        </p:nvSpPr>
        <p:spPr>
          <a:xfrm xmlns:a="http://schemas.openxmlformats.org/drawingml/2006/main">
            <a:off x="742950" y="1800225"/>
            <a:ext cx="3924300" cy="866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500" b="0">
                <a:solidFill>
                  <a:srgbClr val="163447"/>
                </a:solidFill>
                <a:latin typeface="DejaVu Sans"/>
                <a:ea typeface="DejaVu Sans"/>
                <a:cs typeface="DejaVu Sans"/>
              </a:defRPr>
            </a:defPPr>
            <a:lvl1pPr>
              <a:defRPr sz="1500" b="0">
                <a:solidFill>
                  <a:srgbClr val="163447"/>
                </a:solidFill>
                <a:latin typeface="DejaVu Sans"/>
                <a:ea typeface="DejaVu Sans"/>
                <a:cs typeface="DejaVu Sans"/>
              </a:defRPr>
            </a:lvl1pPr>
            <a:lvl2pPr>
              <a:defRPr sz="1500" b="0">
                <a:solidFill>
                  <a:srgbClr val="163447"/>
                </a:solidFill>
                <a:latin typeface="DejaVu Sans"/>
                <a:ea typeface="DejaVu Sans"/>
                <a:cs typeface="DejaVu Sans"/>
              </a:defRPr>
            </a:lvl2pPr>
            <a:lvl3pPr>
              <a:defRPr sz="1500" b="0">
                <a:solidFill>
                  <a:srgbClr val="163447"/>
                </a:solidFill>
                <a:latin typeface="DejaVu Sans"/>
                <a:ea typeface="DejaVu Sans"/>
                <a:cs typeface="DejaVu Sans"/>
              </a:defRPr>
            </a:lvl3pPr>
            <a:lvl4pPr>
              <a:defRPr sz="1500" b="0">
                <a:solidFill>
                  <a:srgbClr val="163447"/>
                </a:solidFill>
                <a:latin typeface="DejaVu Sans"/>
                <a:ea typeface="DejaVu Sans"/>
                <a:cs typeface="DejaVu Sans"/>
              </a:defRPr>
            </a:lvl4pPr>
            <a:lvl5pPr>
              <a:defRPr sz="1500" b="0">
                <a:solidFill>
                  <a:srgbClr val="163447"/>
                </a:solidFill>
                <a:latin typeface="DejaVu Sans"/>
                <a:ea typeface="DejaVu Sans"/>
                <a:cs typeface="DejaVu Sans"/>
              </a:defRPr>
            </a:lvl5pPr>
            <a:lvl6pPr>
              <a:defRPr sz="1500" b="0">
                <a:solidFill>
                  <a:srgbClr val="163447"/>
                </a:solidFill>
                <a:latin typeface="DejaVu Sans"/>
                <a:ea typeface="DejaVu Sans"/>
                <a:cs typeface="DejaVu Sans"/>
              </a:defRPr>
            </a:lvl6pPr>
            <a:lvl7pPr>
              <a:defRPr sz="1500" b="0">
                <a:solidFill>
                  <a:srgbClr val="163447"/>
                </a:solidFill>
                <a:latin typeface="DejaVu Sans"/>
                <a:ea typeface="DejaVu Sans"/>
                <a:cs typeface="DejaVu Sans"/>
              </a:defRPr>
            </a:lvl7pPr>
            <a:lvl8pPr>
              <a:defRPr sz="1500" b="0">
                <a:solidFill>
                  <a:srgbClr val="163447"/>
                </a:solidFill>
                <a:latin typeface="DejaVu Sans"/>
                <a:ea typeface="DejaVu Sans"/>
                <a:cs typeface="DejaVu Sans"/>
              </a:defRPr>
            </a:lvl8pPr>
            <a:lvl9pPr>
              <a:defRPr sz="1500" b="0">
                <a:solidFill>
                  <a:srgbClr val="163447"/>
                </a:solidFill>
                <a:latin typeface="DejaVu Sans"/>
                <a:ea typeface="DejaVu Sans"/>
                <a:cs typeface="DejaVu Sans"/>
              </a:defRPr>
            </a:lvl9pPr>
          </a:lstStyle>
          <a:p xmlns:a="http://schemas.openxmlformats.org/drawingml/2006/main">
            <a:pPr>
              <a:defRPr sz="1500" b="0">
                <a:solidFill>
                  <a:srgbClr val="163447"/>
                </a:solidFill>
                <a:latin typeface="DejaVu Sans"/>
                <a:ea typeface="DejaVu Sans"/>
                <a:cs typeface="DejaVu Sans"/>
              </a:defRPr>
            </a:pPr>
            <a:r>
              <a:rPr sz="1500" b="0">
                <a:solidFill>
                  <a:srgbClr val="163447"/>
                </a:solidFill>
                <a:latin typeface="DejaVu Sans"/>
                <a:ea typeface="DejaVu Sans"/>
                <a:cs typeface="DejaVu Sans"/>
              </a:rPr>
              <a:t>- codigo: String</a:t>
            </a:r>
          </a:p>
          <a:p xmlns:a="http://schemas.openxmlformats.org/drawingml/2006/main">
            <a:pPr>
              <a:defRPr sz="1500" b="0">
                <a:solidFill>
                  <a:srgbClr val="163447"/>
                </a:solidFill>
                <a:latin typeface="DejaVu Sans"/>
                <a:ea typeface="DejaVu Sans"/>
                <a:cs typeface="DejaVu Sans"/>
              </a:defRPr>
            </a:pPr>
            <a:r>
              <a:rPr sz="1500" b="0">
                <a:solidFill>
                  <a:srgbClr val="163447"/>
                </a:solidFill>
                <a:latin typeface="DejaVu Sans"/>
                <a:ea typeface="DejaVu Sans"/>
                <a:cs typeface="DejaVu Sans"/>
              </a:rPr>
              <a:t>- fechaEntrega: LocalDate</a:t>
            </a:r>
          </a:p>
          <a:p xmlns:a="http://schemas.openxmlformats.org/drawingml/2006/main">
            <a:pPr>
              <a:defRPr sz="1500" b="0">
                <a:solidFill>
                  <a:srgbClr val="163447"/>
                </a:solidFill>
                <a:latin typeface="DejaVu Sans"/>
                <a:ea typeface="DejaVu Sans"/>
                <a:cs typeface="DejaVu Sans"/>
              </a:defRPr>
            </a:pPr>
            <a:r>
              <a:rPr sz="1500" b="0">
                <a:solidFill>
                  <a:srgbClr val="163447"/>
                </a:solidFill>
                <a:latin typeface="DejaVu Sans"/>
                <a:ea typeface="DejaVu Sans"/>
                <a:cs typeface="DejaVu Sans"/>
              </a:rPr>
              <a:t>+ calcularAvance(): double</a:t>
            </a:r>
          </a:p>
        </p:txBody>
      </p:sp>
      <p:sp>
        <p:nvSpPr>
          <p:cNvPr id="7" name="clase-Actividad">
            <a:extLst xmlns:a="http://schemas.openxmlformats.org/drawingml/2006/main">
              <a:ext uri="{FF2B5EF4-FFF2-40B4-BE49-F238E27FC236}">
                <a16:creationId xmlns:a16="http://schemas.microsoft.com/office/drawing/2014/main" id="{85F493C0-1826-4550-B571-FD1F6FC500EA}"/>
              </a:ext>
            </a:extLst>
          </p:cNvPr>
          <p:cNvSpPr>
            <a:spLocks xmlns:a="http://schemas.openxmlformats.org/drawingml/2006/main" noGrp="1"/>
          </p:cNvSpPr>
          <p:nvPr/>
        </p:nvSpPr>
        <p:spPr>
          <a:xfrm xmlns:a="http://schemas.openxmlformats.org/drawingml/2006/main">
            <a:off x="7391400" y="1333500"/>
            <a:ext cx="4191000" cy="1381125"/>
          </a:xfrm>
          <a:prstGeom xmlns:a="http://schemas.openxmlformats.org/drawingml/2006/main" prst="rect">
            <a:avLst/>
          </a:prstGeom>
          <a:solidFill xmlns:a="http://schemas.openxmlformats.org/drawingml/2006/main">
            <a:srgbClr val="EDF4F5"/>
          </a:solidFill>
          <a:ln xmlns:a="http://schemas.openxmlformats.org/drawingml/2006/main" w="9525">
            <a:solidFill>
              <a:srgbClr val="52636D"/>
            </a:solidFill>
            <a:prstDash val="solid"/>
          </a:ln>
        </p:spPr>
      </p:sp>
      <p:sp>
        <p:nvSpPr>
          <p:cNvPr id="8" name="texto-7">
            <a:extLst xmlns:a="http://schemas.openxmlformats.org/drawingml/2006/main">
              <a:ext uri="{FF2B5EF4-FFF2-40B4-BE49-F238E27FC236}">
                <a16:creationId xmlns:a16="http://schemas.microsoft.com/office/drawing/2014/main" id="{4DD797A2-6CF4-4A3E-BE3E-38C74E831447}"/>
              </a:ext>
            </a:extLst>
          </p:cNvPr>
          <p:cNvSpPr>
            <a:spLocks xmlns:a="http://schemas.openxmlformats.org/drawingml/2006/main" noGrp="1"/>
          </p:cNvSpPr>
          <p:nvPr/>
        </p:nvSpPr>
        <p:spPr>
          <a:xfrm xmlns:a="http://schemas.openxmlformats.org/drawingml/2006/main">
            <a:off x="7524750" y="1409700"/>
            <a:ext cx="39243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875" b="1">
                <a:solidFill>
                  <a:srgbClr val="163447"/>
                </a:solidFill>
                <a:latin typeface="DejaVu Sans"/>
                <a:ea typeface="DejaVu Sans"/>
                <a:cs typeface="DejaVu Sans"/>
              </a:defRPr>
            </a:defPPr>
            <a:lvl1pPr>
              <a:defRPr sz="1875" b="1">
                <a:solidFill>
                  <a:srgbClr val="163447"/>
                </a:solidFill>
                <a:latin typeface="DejaVu Sans"/>
                <a:ea typeface="DejaVu Sans"/>
                <a:cs typeface="DejaVu Sans"/>
              </a:defRPr>
            </a:lvl1pPr>
            <a:lvl2pPr>
              <a:defRPr sz="1875" b="1">
                <a:solidFill>
                  <a:srgbClr val="163447"/>
                </a:solidFill>
                <a:latin typeface="DejaVu Sans"/>
                <a:ea typeface="DejaVu Sans"/>
                <a:cs typeface="DejaVu Sans"/>
              </a:defRPr>
            </a:lvl2pPr>
            <a:lvl3pPr>
              <a:defRPr sz="1875" b="1">
                <a:solidFill>
                  <a:srgbClr val="163447"/>
                </a:solidFill>
                <a:latin typeface="DejaVu Sans"/>
                <a:ea typeface="DejaVu Sans"/>
                <a:cs typeface="DejaVu Sans"/>
              </a:defRPr>
            </a:lvl3pPr>
            <a:lvl4pPr>
              <a:defRPr sz="1875" b="1">
                <a:solidFill>
                  <a:srgbClr val="163447"/>
                </a:solidFill>
                <a:latin typeface="DejaVu Sans"/>
                <a:ea typeface="DejaVu Sans"/>
                <a:cs typeface="DejaVu Sans"/>
              </a:defRPr>
            </a:lvl4pPr>
            <a:lvl5pPr>
              <a:defRPr sz="1875" b="1">
                <a:solidFill>
                  <a:srgbClr val="163447"/>
                </a:solidFill>
                <a:latin typeface="DejaVu Sans"/>
                <a:ea typeface="DejaVu Sans"/>
                <a:cs typeface="DejaVu Sans"/>
              </a:defRPr>
            </a:lvl5pPr>
            <a:lvl6pPr>
              <a:defRPr sz="1875" b="1">
                <a:solidFill>
                  <a:srgbClr val="163447"/>
                </a:solidFill>
                <a:latin typeface="DejaVu Sans"/>
                <a:ea typeface="DejaVu Sans"/>
                <a:cs typeface="DejaVu Sans"/>
              </a:defRPr>
            </a:lvl6pPr>
            <a:lvl7pPr>
              <a:defRPr sz="1875" b="1">
                <a:solidFill>
                  <a:srgbClr val="163447"/>
                </a:solidFill>
                <a:latin typeface="DejaVu Sans"/>
                <a:ea typeface="DejaVu Sans"/>
                <a:cs typeface="DejaVu Sans"/>
              </a:defRPr>
            </a:lvl7pPr>
            <a:lvl8pPr>
              <a:defRPr sz="1875" b="1">
                <a:solidFill>
                  <a:srgbClr val="163447"/>
                </a:solidFill>
                <a:latin typeface="DejaVu Sans"/>
                <a:ea typeface="DejaVu Sans"/>
                <a:cs typeface="DejaVu Sans"/>
              </a:defRPr>
            </a:lvl8pPr>
            <a:lvl9pPr>
              <a:defRPr sz="1875" b="1">
                <a:solidFill>
                  <a:srgbClr val="163447"/>
                </a:solidFill>
                <a:latin typeface="DejaVu Sans"/>
                <a:ea typeface="DejaVu Sans"/>
                <a:cs typeface="DejaVu Sans"/>
              </a:defRPr>
            </a:lvl9pPr>
          </a:lstStyle>
          <a:p xmlns:a="http://schemas.openxmlformats.org/drawingml/2006/main">
            <a:pPr>
              <a:defRPr sz="1875" b="1">
                <a:solidFill>
                  <a:srgbClr val="163447"/>
                </a:solidFill>
                <a:latin typeface="DejaVu Sans"/>
                <a:ea typeface="DejaVu Sans"/>
                <a:cs typeface="DejaVu Sans"/>
              </a:defRPr>
            </a:pPr>
            <a:r>
              <a:rPr sz="1875" b="1">
                <a:solidFill>
                  <a:srgbClr val="163447"/>
                </a:solidFill>
                <a:latin typeface="DejaVu Sans"/>
                <a:ea typeface="DejaVu Sans"/>
                <a:cs typeface="DejaVu Sans"/>
              </a:rPr>
              <a:t>Actividad</a:t>
            </a:r>
          </a:p>
        </p:txBody>
      </p:sp>
      <p:sp>
        <p:nvSpPr>
          <p:cNvPr id="9" name="texto-8">
            <a:extLst xmlns:a="http://schemas.openxmlformats.org/drawingml/2006/main">
              <a:ext uri="{FF2B5EF4-FFF2-40B4-BE49-F238E27FC236}">
                <a16:creationId xmlns:a16="http://schemas.microsoft.com/office/drawing/2014/main" id="{28F891DD-BA1B-4132-9BCB-B0B5B2EE77B3}"/>
              </a:ext>
            </a:extLst>
          </p:cNvPr>
          <p:cNvSpPr>
            <a:spLocks xmlns:a="http://schemas.openxmlformats.org/drawingml/2006/main" noGrp="1"/>
          </p:cNvSpPr>
          <p:nvPr/>
        </p:nvSpPr>
        <p:spPr>
          <a:xfrm xmlns:a="http://schemas.openxmlformats.org/drawingml/2006/main">
            <a:off x="7524750" y="1800225"/>
            <a:ext cx="3924300" cy="866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500" b="0">
                <a:solidFill>
                  <a:srgbClr val="163447"/>
                </a:solidFill>
                <a:latin typeface="DejaVu Sans"/>
                <a:ea typeface="DejaVu Sans"/>
                <a:cs typeface="DejaVu Sans"/>
              </a:defRPr>
            </a:defPPr>
            <a:lvl1pPr>
              <a:defRPr sz="1500" b="0">
                <a:solidFill>
                  <a:srgbClr val="163447"/>
                </a:solidFill>
                <a:latin typeface="DejaVu Sans"/>
                <a:ea typeface="DejaVu Sans"/>
                <a:cs typeface="DejaVu Sans"/>
              </a:defRPr>
            </a:lvl1pPr>
            <a:lvl2pPr>
              <a:defRPr sz="1500" b="0">
                <a:solidFill>
                  <a:srgbClr val="163447"/>
                </a:solidFill>
                <a:latin typeface="DejaVu Sans"/>
                <a:ea typeface="DejaVu Sans"/>
                <a:cs typeface="DejaVu Sans"/>
              </a:defRPr>
            </a:lvl2pPr>
            <a:lvl3pPr>
              <a:defRPr sz="1500" b="0">
                <a:solidFill>
                  <a:srgbClr val="163447"/>
                </a:solidFill>
                <a:latin typeface="DejaVu Sans"/>
                <a:ea typeface="DejaVu Sans"/>
                <a:cs typeface="DejaVu Sans"/>
              </a:defRPr>
            </a:lvl3pPr>
            <a:lvl4pPr>
              <a:defRPr sz="1500" b="0">
                <a:solidFill>
                  <a:srgbClr val="163447"/>
                </a:solidFill>
                <a:latin typeface="DejaVu Sans"/>
                <a:ea typeface="DejaVu Sans"/>
                <a:cs typeface="DejaVu Sans"/>
              </a:defRPr>
            </a:lvl4pPr>
            <a:lvl5pPr>
              <a:defRPr sz="1500" b="0">
                <a:solidFill>
                  <a:srgbClr val="163447"/>
                </a:solidFill>
                <a:latin typeface="DejaVu Sans"/>
                <a:ea typeface="DejaVu Sans"/>
                <a:cs typeface="DejaVu Sans"/>
              </a:defRPr>
            </a:lvl5pPr>
            <a:lvl6pPr>
              <a:defRPr sz="1500" b="0">
                <a:solidFill>
                  <a:srgbClr val="163447"/>
                </a:solidFill>
                <a:latin typeface="DejaVu Sans"/>
                <a:ea typeface="DejaVu Sans"/>
                <a:cs typeface="DejaVu Sans"/>
              </a:defRPr>
            </a:lvl6pPr>
            <a:lvl7pPr>
              <a:defRPr sz="1500" b="0">
                <a:solidFill>
                  <a:srgbClr val="163447"/>
                </a:solidFill>
                <a:latin typeface="DejaVu Sans"/>
                <a:ea typeface="DejaVu Sans"/>
                <a:cs typeface="DejaVu Sans"/>
              </a:defRPr>
            </a:lvl7pPr>
            <a:lvl8pPr>
              <a:defRPr sz="1500" b="0">
                <a:solidFill>
                  <a:srgbClr val="163447"/>
                </a:solidFill>
                <a:latin typeface="DejaVu Sans"/>
                <a:ea typeface="DejaVu Sans"/>
                <a:cs typeface="DejaVu Sans"/>
              </a:defRPr>
            </a:lvl8pPr>
            <a:lvl9pPr>
              <a:defRPr sz="1500" b="0">
                <a:solidFill>
                  <a:srgbClr val="163447"/>
                </a:solidFill>
                <a:latin typeface="DejaVu Sans"/>
                <a:ea typeface="DejaVu Sans"/>
                <a:cs typeface="DejaVu Sans"/>
              </a:defRPr>
            </a:lvl9pPr>
          </a:lstStyle>
          <a:p xmlns:a="http://schemas.openxmlformats.org/drawingml/2006/main">
            <a:pPr>
              <a:defRPr sz="1500" b="0">
                <a:solidFill>
                  <a:srgbClr val="163447"/>
                </a:solidFill>
                <a:latin typeface="DejaVu Sans"/>
                <a:ea typeface="DejaVu Sans"/>
                <a:cs typeface="DejaVu Sans"/>
              </a:defRPr>
            </a:pPr>
            <a:r>
              <a:rPr sz="1500" b="0">
                <a:solidFill>
                  <a:srgbClr val="163447"/>
                </a:solidFill>
                <a:latin typeface="DejaVu Sans"/>
                <a:ea typeface="DejaVu Sans"/>
                <a:cs typeface="DejaVu Sans"/>
              </a:rPr>
              <a:t>- prioridad: int</a:t>
            </a:r>
          </a:p>
          <a:p xmlns:a="http://schemas.openxmlformats.org/drawingml/2006/main">
            <a:pPr>
              <a:defRPr sz="1500" b="0">
                <a:solidFill>
                  <a:srgbClr val="163447"/>
                </a:solidFill>
                <a:latin typeface="DejaVu Sans"/>
                <a:ea typeface="DejaVu Sans"/>
                <a:cs typeface="DejaVu Sans"/>
              </a:defRPr>
            </a:pPr>
            <a:r>
              <a:rPr sz="1500" b="0">
                <a:solidFill>
                  <a:srgbClr val="163447"/>
                </a:solidFill>
                <a:latin typeface="DejaVu Sans"/>
                <a:ea typeface="DejaVu Sans"/>
                <a:cs typeface="DejaVu Sans"/>
              </a:rPr>
              <a:t>- avance: double</a:t>
            </a:r>
          </a:p>
          <a:p xmlns:a="http://schemas.openxmlformats.org/drawingml/2006/main">
            <a:pPr>
              <a:defRPr sz="1500" b="0">
                <a:solidFill>
                  <a:srgbClr val="163447"/>
                </a:solidFill>
                <a:latin typeface="DejaVu Sans"/>
                <a:ea typeface="DejaVu Sans"/>
                <a:cs typeface="DejaVu Sans"/>
              </a:defRPr>
            </a:pPr>
            <a:r>
              <a:rPr sz="1500" b="0">
                <a:solidFill>
                  <a:srgbClr val="163447"/>
                </a:solidFill>
                <a:latin typeface="DejaVu Sans"/>
                <a:ea typeface="DejaVu Sans"/>
                <a:cs typeface="DejaVu Sans"/>
              </a:rPr>
              <a:t>~ cambiarPrioridad(valor: int): void</a:t>
            </a:r>
          </a:p>
        </p:txBody>
      </p:sp>
      <p:sp>
        <p:nvSpPr>
          <p:cNvPr id="10" name="clase-Trabajador">
            <a:extLst xmlns:a="http://schemas.openxmlformats.org/drawingml/2006/main">
              <a:ext uri="{FF2B5EF4-FFF2-40B4-BE49-F238E27FC236}">
                <a16:creationId xmlns:a16="http://schemas.microsoft.com/office/drawing/2014/main" id="{1B36921F-0A30-49FD-82CE-6A5275D5F0CB}"/>
              </a:ext>
            </a:extLst>
          </p:cNvPr>
          <p:cNvSpPr>
            <a:spLocks xmlns:a="http://schemas.openxmlformats.org/drawingml/2006/main" noGrp="1"/>
          </p:cNvSpPr>
          <p:nvPr/>
        </p:nvSpPr>
        <p:spPr>
          <a:xfrm xmlns:a="http://schemas.openxmlformats.org/drawingml/2006/main">
            <a:off x="609600" y="3095625"/>
            <a:ext cx="4191000" cy="1381125"/>
          </a:xfrm>
          <a:prstGeom xmlns:a="http://schemas.openxmlformats.org/drawingml/2006/main" prst="rect">
            <a:avLst/>
          </a:prstGeom>
          <a:solidFill xmlns:a="http://schemas.openxmlformats.org/drawingml/2006/main">
            <a:srgbClr val="EDF4F5"/>
          </a:solidFill>
          <a:ln xmlns:a="http://schemas.openxmlformats.org/drawingml/2006/main" w="9525">
            <a:solidFill>
              <a:srgbClr val="52636D"/>
            </a:solidFill>
            <a:prstDash val="solid"/>
          </a:ln>
        </p:spPr>
      </p:sp>
      <p:sp>
        <p:nvSpPr>
          <p:cNvPr id="11" name="texto-10">
            <a:extLst xmlns:a="http://schemas.openxmlformats.org/drawingml/2006/main">
              <a:ext uri="{FF2B5EF4-FFF2-40B4-BE49-F238E27FC236}">
                <a16:creationId xmlns:a16="http://schemas.microsoft.com/office/drawing/2014/main" id="{8D2BB3E3-4D8C-479C-959A-8319F65A7078}"/>
              </a:ext>
            </a:extLst>
          </p:cNvPr>
          <p:cNvSpPr>
            <a:spLocks xmlns:a="http://schemas.openxmlformats.org/drawingml/2006/main" noGrp="1"/>
          </p:cNvSpPr>
          <p:nvPr/>
        </p:nvSpPr>
        <p:spPr>
          <a:xfrm xmlns:a="http://schemas.openxmlformats.org/drawingml/2006/main">
            <a:off x="742950" y="3171825"/>
            <a:ext cx="39243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875" b="1">
                <a:solidFill>
                  <a:srgbClr val="163447"/>
                </a:solidFill>
                <a:latin typeface="DejaVu Sans"/>
                <a:ea typeface="DejaVu Sans"/>
                <a:cs typeface="DejaVu Sans"/>
              </a:defRPr>
            </a:defPPr>
            <a:lvl1pPr>
              <a:defRPr sz="1875" b="1">
                <a:solidFill>
                  <a:srgbClr val="163447"/>
                </a:solidFill>
                <a:latin typeface="DejaVu Sans"/>
                <a:ea typeface="DejaVu Sans"/>
                <a:cs typeface="DejaVu Sans"/>
              </a:defRPr>
            </a:lvl1pPr>
            <a:lvl2pPr>
              <a:defRPr sz="1875" b="1">
                <a:solidFill>
                  <a:srgbClr val="163447"/>
                </a:solidFill>
                <a:latin typeface="DejaVu Sans"/>
                <a:ea typeface="DejaVu Sans"/>
                <a:cs typeface="DejaVu Sans"/>
              </a:defRPr>
            </a:lvl2pPr>
            <a:lvl3pPr>
              <a:defRPr sz="1875" b="1">
                <a:solidFill>
                  <a:srgbClr val="163447"/>
                </a:solidFill>
                <a:latin typeface="DejaVu Sans"/>
                <a:ea typeface="DejaVu Sans"/>
                <a:cs typeface="DejaVu Sans"/>
              </a:defRPr>
            </a:lvl3pPr>
            <a:lvl4pPr>
              <a:defRPr sz="1875" b="1">
                <a:solidFill>
                  <a:srgbClr val="163447"/>
                </a:solidFill>
                <a:latin typeface="DejaVu Sans"/>
                <a:ea typeface="DejaVu Sans"/>
                <a:cs typeface="DejaVu Sans"/>
              </a:defRPr>
            </a:lvl4pPr>
            <a:lvl5pPr>
              <a:defRPr sz="1875" b="1">
                <a:solidFill>
                  <a:srgbClr val="163447"/>
                </a:solidFill>
                <a:latin typeface="DejaVu Sans"/>
                <a:ea typeface="DejaVu Sans"/>
                <a:cs typeface="DejaVu Sans"/>
              </a:defRPr>
            </a:lvl5pPr>
            <a:lvl6pPr>
              <a:defRPr sz="1875" b="1">
                <a:solidFill>
                  <a:srgbClr val="163447"/>
                </a:solidFill>
                <a:latin typeface="DejaVu Sans"/>
                <a:ea typeface="DejaVu Sans"/>
                <a:cs typeface="DejaVu Sans"/>
              </a:defRPr>
            </a:lvl6pPr>
            <a:lvl7pPr>
              <a:defRPr sz="1875" b="1">
                <a:solidFill>
                  <a:srgbClr val="163447"/>
                </a:solidFill>
                <a:latin typeface="DejaVu Sans"/>
                <a:ea typeface="DejaVu Sans"/>
                <a:cs typeface="DejaVu Sans"/>
              </a:defRPr>
            </a:lvl7pPr>
            <a:lvl8pPr>
              <a:defRPr sz="1875" b="1">
                <a:solidFill>
                  <a:srgbClr val="163447"/>
                </a:solidFill>
                <a:latin typeface="DejaVu Sans"/>
                <a:ea typeface="DejaVu Sans"/>
                <a:cs typeface="DejaVu Sans"/>
              </a:defRPr>
            </a:lvl8pPr>
            <a:lvl9pPr>
              <a:defRPr sz="1875" b="1">
                <a:solidFill>
                  <a:srgbClr val="163447"/>
                </a:solidFill>
                <a:latin typeface="DejaVu Sans"/>
                <a:ea typeface="DejaVu Sans"/>
                <a:cs typeface="DejaVu Sans"/>
              </a:defRPr>
            </a:lvl9pPr>
          </a:lstStyle>
          <a:p xmlns:a="http://schemas.openxmlformats.org/drawingml/2006/main">
            <a:pPr>
              <a:defRPr sz="1875" b="1">
                <a:solidFill>
                  <a:srgbClr val="163447"/>
                </a:solidFill>
                <a:latin typeface="DejaVu Sans"/>
                <a:ea typeface="DejaVu Sans"/>
                <a:cs typeface="DejaVu Sans"/>
              </a:defRPr>
            </a:pPr>
            <a:r>
              <a:rPr sz="1875" b="1">
                <a:solidFill>
                  <a:srgbClr val="163447"/>
                </a:solidFill>
                <a:latin typeface="DejaVu Sans"/>
                <a:ea typeface="DejaVu Sans"/>
                <a:cs typeface="DejaVu Sans"/>
              </a:rPr>
              <a:t>Trabajador</a:t>
            </a:r>
          </a:p>
        </p:txBody>
      </p:sp>
      <p:sp>
        <p:nvSpPr>
          <p:cNvPr id="12" name="texto-11">
            <a:extLst xmlns:a="http://schemas.openxmlformats.org/drawingml/2006/main">
              <a:ext uri="{FF2B5EF4-FFF2-40B4-BE49-F238E27FC236}">
                <a16:creationId xmlns:a16="http://schemas.microsoft.com/office/drawing/2014/main" id="{E98FFFCF-CDBA-47A9-9824-2CBAB41A9F4A}"/>
              </a:ext>
            </a:extLst>
          </p:cNvPr>
          <p:cNvSpPr>
            <a:spLocks xmlns:a="http://schemas.openxmlformats.org/drawingml/2006/main" noGrp="1"/>
          </p:cNvSpPr>
          <p:nvPr/>
        </p:nvSpPr>
        <p:spPr>
          <a:xfrm xmlns:a="http://schemas.openxmlformats.org/drawingml/2006/main">
            <a:off x="742950" y="3562350"/>
            <a:ext cx="3924300" cy="866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500" b="0">
                <a:solidFill>
                  <a:srgbClr val="163447"/>
                </a:solidFill>
                <a:latin typeface="DejaVu Sans"/>
                <a:ea typeface="DejaVu Sans"/>
                <a:cs typeface="DejaVu Sans"/>
              </a:defRPr>
            </a:defPPr>
            <a:lvl1pPr>
              <a:defRPr sz="1500" b="0">
                <a:solidFill>
                  <a:srgbClr val="163447"/>
                </a:solidFill>
                <a:latin typeface="DejaVu Sans"/>
                <a:ea typeface="DejaVu Sans"/>
                <a:cs typeface="DejaVu Sans"/>
              </a:defRPr>
            </a:lvl1pPr>
            <a:lvl2pPr>
              <a:defRPr sz="1500" b="0">
                <a:solidFill>
                  <a:srgbClr val="163447"/>
                </a:solidFill>
                <a:latin typeface="DejaVu Sans"/>
                <a:ea typeface="DejaVu Sans"/>
                <a:cs typeface="DejaVu Sans"/>
              </a:defRPr>
            </a:lvl2pPr>
            <a:lvl3pPr>
              <a:defRPr sz="1500" b="0">
                <a:solidFill>
                  <a:srgbClr val="163447"/>
                </a:solidFill>
                <a:latin typeface="DejaVu Sans"/>
                <a:ea typeface="DejaVu Sans"/>
                <a:cs typeface="DejaVu Sans"/>
              </a:defRPr>
            </a:lvl3pPr>
            <a:lvl4pPr>
              <a:defRPr sz="1500" b="0">
                <a:solidFill>
                  <a:srgbClr val="163447"/>
                </a:solidFill>
                <a:latin typeface="DejaVu Sans"/>
                <a:ea typeface="DejaVu Sans"/>
                <a:cs typeface="DejaVu Sans"/>
              </a:defRPr>
            </a:lvl4pPr>
            <a:lvl5pPr>
              <a:defRPr sz="1500" b="0">
                <a:solidFill>
                  <a:srgbClr val="163447"/>
                </a:solidFill>
                <a:latin typeface="DejaVu Sans"/>
                <a:ea typeface="DejaVu Sans"/>
                <a:cs typeface="DejaVu Sans"/>
              </a:defRPr>
            </a:lvl5pPr>
            <a:lvl6pPr>
              <a:defRPr sz="1500" b="0">
                <a:solidFill>
                  <a:srgbClr val="163447"/>
                </a:solidFill>
                <a:latin typeface="DejaVu Sans"/>
                <a:ea typeface="DejaVu Sans"/>
                <a:cs typeface="DejaVu Sans"/>
              </a:defRPr>
            </a:lvl6pPr>
            <a:lvl7pPr>
              <a:defRPr sz="1500" b="0">
                <a:solidFill>
                  <a:srgbClr val="163447"/>
                </a:solidFill>
                <a:latin typeface="DejaVu Sans"/>
                <a:ea typeface="DejaVu Sans"/>
                <a:cs typeface="DejaVu Sans"/>
              </a:defRPr>
            </a:lvl7pPr>
            <a:lvl8pPr>
              <a:defRPr sz="1500" b="0">
                <a:solidFill>
                  <a:srgbClr val="163447"/>
                </a:solidFill>
                <a:latin typeface="DejaVu Sans"/>
                <a:ea typeface="DejaVu Sans"/>
                <a:cs typeface="DejaVu Sans"/>
              </a:defRPr>
            </a:lvl8pPr>
            <a:lvl9pPr>
              <a:defRPr sz="1500" b="0">
                <a:solidFill>
                  <a:srgbClr val="163447"/>
                </a:solidFill>
                <a:latin typeface="DejaVu Sans"/>
                <a:ea typeface="DejaVu Sans"/>
                <a:cs typeface="DejaVu Sans"/>
              </a:defRPr>
            </a:lvl9pPr>
          </a:lstStyle>
          <a:p xmlns:a="http://schemas.openxmlformats.org/drawingml/2006/main">
            <a:pPr>
              <a:defRPr sz="1500" b="0">
                <a:solidFill>
                  <a:srgbClr val="163447"/>
                </a:solidFill>
                <a:latin typeface="DejaVu Sans"/>
                <a:ea typeface="DejaVu Sans"/>
                <a:cs typeface="DejaVu Sans"/>
              </a:defRPr>
            </a:pPr>
            <a:r>
              <a:rPr sz="1500" b="0">
                <a:solidFill>
                  <a:srgbClr val="163447"/>
                </a:solidFill>
                <a:latin typeface="DejaVu Sans"/>
                <a:ea typeface="DejaVu Sans"/>
                <a:cs typeface="DejaVu Sans"/>
              </a:rPr>
              <a:t>- especialidad: String</a:t>
            </a:r>
          </a:p>
          <a:p xmlns:a="http://schemas.openxmlformats.org/drawingml/2006/main">
            <a:pPr>
              <a:defRPr sz="1500" b="0">
                <a:solidFill>
                  <a:srgbClr val="163447"/>
                </a:solidFill>
                <a:latin typeface="DejaVu Sans"/>
                <a:ea typeface="DejaVu Sans"/>
                <a:cs typeface="DejaVu Sans"/>
              </a:defRPr>
            </a:pPr>
            <a:r>
              <a:rPr sz="1500" b="0">
                <a:solidFill>
                  <a:srgbClr val="163447"/>
                </a:solidFill>
                <a:latin typeface="DejaVu Sans"/>
                <a:ea typeface="DejaVu Sans"/>
                <a:cs typeface="DejaVu Sans"/>
              </a:rPr>
              <a:t>+ esCompatible(actividad: Actividad):</a:t>
            </a:r>
          </a:p>
          <a:p xmlns:a="http://schemas.openxmlformats.org/drawingml/2006/main">
            <a:pPr>
              <a:defRPr sz="1500" b="0">
                <a:solidFill>
                  <a:srgbClr val="163447"/>
                </a:solidFill>
                <a:latin typeface="DejaVu Sans"/>
                <a:ea typeface="DejaVu Sans"/>
                <a:cs typeface="DejaVu Sans"/>
              </a:defRPr>
            </a:pPr>
            <a:r>
              <a:rPr sz="1500" b="0">
                <a:solidFill>
                  <a:srgbClr val="163447"/>
                </a:solidFill>
                <a:latin typeface="DejaVu Sans"/>
                <a:ea typeface="DejaVu Sans"/>
                <a:cs typeface="DejaVu Sans"/>
              </a:rPr>
              <a:t>  boolean</a:t>
            </a:r>
          </a:p>
        </p:txBody>
      </p:sp>
      <p:sp>
        <p:nvSpPr>
          <p:cNvPr id="13" name="clase-Asignacion">
            <a:extLst xmlns:a="http://schemas.openxmlformats.org/drawingml/2006/main">
              <a:ext uri="{FF2B5EF4-FFF2-40B4-BE49-F238E27FC236}">
                <a16:creationId xmlns:a16="http://schemas.microsoft.com/office/drawing/2014/main" id="{E0D723A1-DA99-44C4-92CC-2668542A3A70}"/>
              </a:ext>
            </a:extLst>
          </p:cNvPr>
          <p:cNvSpPr>
            <a:spLocks xmlns:a="http://schemas.openxmlformats.org/drawingml/2006/main" noGrp="1"/>
          </p:cNvSpPr>
          <p:nvPr/>
        </p:nvSpPr>
        <p:spPr>
          <a:xfrm xmlns:a="http://schemas.openxmlformats.org/drawingml/2006/main">
            <a:off x="7391400" y="3095625"/>
            <a:ext cx="4191000" cy="1381125"/>
          </a:xfrm>
          <a:prstGeom xmlns:a="http://schemas.openxmlformats.org/drawingml/2006/main" prst="rect">
            <a:avLst/>
          </a:prstGeom>
          <a:solidFill xmlns:a="http://schemas.openxmlformats.org/drawingml/2006/main">
            <a:srgbClr val="EDF4F5"/>
          </a:solidFill>
          <a:ln xmlns:a="http://schemas.openxmlformats.org/drawingml/2006/main" w="9525">
            <a:solidFill>
              <a:srgbClr val="52636D"/>
            </a:solidFill>
            <a:prstDash val="solid"/>
          </a:ln>
        </p:spPr>
      </p:sp>
      <p:sp>
        <p:nvSpPr>
          <p:cNvPr id="14" name="texto-13">
            <a:extLst xmlns:a="http://schemas.openxmlformats.org/drawingml/2006/main">
              <a:ext uri="{FF2B5EF4-FFF2-40B4-BE49-F238E27FC236}">
                <a16:creationId xmlns:a16="http://schemas.microsoft.com/office/drawing/2014/main" id="{D0D6144F-FF02-461D-AF7F-4775F957EDDB}"/>
              </a:ext>
            </a:extLst>
          </p:cNvPr>
          <p:cNvSpPr>
            <a:spLocks xmlns:a="http://schemas.openxmlformats.org/drawingml/2006/main" noGrp="1"/>
          </p:cNvSpPr>
          <p:nvPr/>
        </p:nvSpPr>
        <p:spPr>
          <a:xfrm xmlns:a="http://schemas.openxmlformats.org/drawingml/2006/main">
            <a:off x="7524750" y="3171825"/>
            <a:ext cx="39243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875" b="1">
                <a:solidFill>
                  <a:srgbClr val="163447"/>
                </a:solidFill>
                <a:latin typeface="DejaVu Sans"/>
                <a:ea typeface="DejaVu Sans"/>
                <a:cs typeface="DejaVu Sans"/>
              </a:defRPr>
            </a:defPPr>
            <a:lvl1pPr>
              <a:defRPr sz="1875" b="1">
                <a:solidFill>
                  <a:srgbClr val="163447"/>
                </a:solidFill>
                <a:latin typeface="DejaVu Sans"/>
                <a:ea typeface="DejaVu Sans"/>
                <a:cs typeface="DejaVu Sans"/>
              </a:defRPr>
            </a:lvl1pPr>
            <a:lvl2pPr>
              <a:defRPr sz="1875" b="1">
                <a:solidFill>
                  <a:srgbClr val="163447"/>
                </a:solidFill>
                <a:latin typeface="DejaVu Sans"/>
                <a:ea typeface="DejaVu Sans"/>
                <a:cs typeface="DejaVu Sans"/>
              </a:defRPr>
            </a:lvl2pPr>
            <a:lvl3pPr>
              <a:defRPr sz="1875" b="1">
                <a:solidFill>
                  <a:srgbClr val="163447"/>
                </a:solidFill>
                <a:latin typeface="DejaVu Sans"/>
                <a:ea typeface="DejaVu Sans"/>
                <a:cs typeface="DejaVu Sans"/>
              </a:defRPr>
            </a:lvl3pPr>
            <a:lvl4pPr>
              <a:defRPr sz="1875" b="1">
                <a:solidFill>
                  <a:srgbClr val="163447"/>
                </a:solidFill>
                <a:latin typeface="DejaVu Sans"/>
                <a:ea typeface="DejaVu Sans"/>
                <a:cs typeface="DejaVu Sans"/>
              </a:defRPr>
            </a:lvl4pPr>
            <a:lvl5pPr>
              <a:defRPr sz="1875" b="1">
                <a:solidFill>
                  <a:srgbClr val="163447"/>
                </a:solidFill>
                <a:latin typeface="DejaVu Sans"/>
                <a:ea typeface="DejaVu Sans"/>
                <a:cs typeface="DejaVu Sans"/>
              </a:defRPr>
            </a:lvl5pPr>
            <a:lvl6pPr>
              <a:defRPr sz="1875" b="1">
                <a:solidFill>
                  <a:srgbClr val="163447"/>
                </a:solidFill>
                <a:latin typeface="DejaVu Sans"/>
                <a:ea typeface="DejaVu Sans"/>
                <a:cs typeface="DejaVu Sans"/>
              </a:defRPr>
            </a:lvl6pPr>
            <a:lvl7pPr>
              <a:defRPr sz="1875" b="1">
                <a:solidFill>
                  <a:srgbClr val="163447"/>
                </a:solidFill>
                <a:latin typeface="DejaVu Sans"/>
                <a:ea typeface="DejaVu Sans"/>
                <a:cs typeface="DejaVu Sans"/>
              </a:defRPr>
            </a:lvl7pPr>
            <a:lvl8pPr>
              <a:defRPr sz="1875" b="1">
                <a:solidFill>
                  <a:srgbClr val="163447"/>
                </a:solidFill>
                <a:latin typeface="DejaVu Sans"/>
                <a:ea typeface="DejaVu Sans"/>
                <a:cs typeface="DejaVu Sans"/>
              </a:defRPr>
            </a:lvl8pPr>
            <a:lvl9pPr>
              <a:defRPr sz="1875" b="1">
                <a:solidFill>
                  <a:srgbClr val="163447"/>
                </a:solidFill>
                <a:latin typeface="DejaVu Sans"/>
                <a:ea typeface="DejaVu Sans"/>
                <a:cs typeface="DejaVu Sans"/>
              </a:defRPr>
            </a:lvl9pPr>
          </a:lstStyle>
          <a:p xmlns:a="http://schemas.openxmlformats.org/drawingml/2006/main">
            <a:pPr>
              <a:defRPr sz="1875" b="1">
                <a:solidFill>
                  <a:srgbClr val="163447"/>
                </a:solidFill>
                <a:latin typeface="DejaVu Sans"/>
                <a:ea typeface="DejaVu Sans"/>
                <a:cs typeface="DejaVu Sans"/>
              </a:defRPr>
            </a:pPr>
            <a:r>
              <a:rPr sz="1875" b="1">
                <a:solidFill>
                  <a:srgbClr val="163447"/>
                </a:solidFill>
                <a:latin typeface="DejaVu Sans"/>
                <a:ea typeface="DejaVu Sans"/>
                <a:cs typeface="DejaVu Sans"/>
              </a:rPr>
              <a:t>Asignacion</a:t>
            </a:r>
          </a:p>
        </p:txBody>
      </p:sp>
      <p:sp>
        <p:nvSpPr>
          <p:cNvPr id="15" name="texto-14">
            <a:extLst xmlns:a="http://schemas.openxmlformats.org/drawingml/2006/main">
              <a:ext uri="{FF2B5EF4-FFF2-40B4-BE49-F238E27FC236}">
                <a16:creationId xmlns:a16="http://schemas.microsoft.com/office/drawing/2014/main" id="{867EE3F8-7D43-4ADB-98C6-2675FF9B23D7}"/>
              </a:ext>
            </a:extLst>
          </p:cNvPr>
          <p:cNvSpPr>
            <a:spLocks xmlns:a="http://schemas.openxmlformats.org/drawingml/2006/main" noGrp="1"/>
          </p:cNvSpPr>
          <p:nvPr/>
        </p:nvSpPr>
        <p:spPr>
          <a:xfrm xmlns:a="http://schemas.openxmlformats.org/drawingml/2006/main">
            <a:off x="7524750" y="3562350"/>
            <a:ext cx="3924300" cy="866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500" b="0">
                <a:solidFill>
                  <a:srgbClr val="163447"/>
                </a:solidFill>
                <a:latin typeface="DejaVu Sans"/>
                <a:ea typeface="DejaVu Sans"/>
                <a:cs typeface="DejaVu Sans"/>
              </a:defRPr>
            </a:defPPr>
            <a:lvl1pPr>
              <a:defRPr sz="1500" b="0">
                <a:solidFill>
                  <a:srgbClr val="163447"/>
                </a:solidFill>
                <a:latin typeface="DejaVu Sans"/>
                <a:ea typeface="DejaVu Sans"/>
                <a:cs typeface="DejaVu Sans"/>
              </a:defRPr>
            </a:lvl1pPr>
            <a:lvl2pPr>
              <a:defRPr sz="1500" b="0">
                <a:solidFill>
                  <a:srgbClr val="163447"/>
                </a:solidFill>
                <a:latin typeface="DejaVu Sans"/>
                <a:ea typeface="DejaVu Sans"/>
                <a:cs typeface="DejaVu Sans"/>
              </a:defRPr>
            </a:lvl2pPr>
            <a:lvl3pPr>
              <a:defRPr sz="1500" b="0">
                <a:solidFill>
                  <a:srgbClr val="163447"/>
                </a:solidFill>
                <a:latin typeface="DejaVu Sans"/>
                <a:ea typeface="DejaVu Sans"/>
                <a:cs typeface="DejaVu Sans"/>
              </a:defRPr>
            </a:lvl3pPr>
            <a:lvl4pPr>
              <a:defRPr sz="1500" b="0">
                <a:solidFill>
                  <a:srgbClr val="163447"/>
                </a:solidFill>
                <a:latin typeface="DejaVu Sans"/>
                <a:ea typeface="DejaVu Sans"/>
                <a:cs typeface="DejaVu Sans"/>
              </a:defRPr>
            </a:lvl4pPr>
            <a:lvl5pPr>
              <a:defRPr sz="1500" b="0">
                <a:solidFill>
                  <a:srgbClr val="163447"/>
                </a:solidFill>
                <a:latin typeface="DejaVu Sans"/>
                <a:ea typeface="DejaVu Sans"/>
                <a:cs typeface="DejaVu Sans"/>
              </a:defRPr>
            </a:lvl5pPr>
            <a:lvl6pPr>
              <a:defRPr sz="1500" b="0">
                <a:solidFill>
                  <a:srgbClr val="163447"/>
                </a:solidFill>
                <a:latin typeface="DejaVu Sans"/>
                <a:ea typeface="DejaVu Sans"/>
                <a:cs typeface="DejaVu Sans"/>
              </a:defRPr>
            </a:lvl6pPr>
            <a:lvl7pPr>
              <a:defRPr sz="1500" b="0">
                <a:solidFill>
                  <a:srgbClr val="163447"/>
                </a:solidFill>
                <a:latin typeface="DejaVu Sans"/>
                <a:ea typeface="DejaVu Sans"/>
                <a:cs typeface="DejaVu Sans"/>
              </a:defRPr>
            </a:lvl7pPr>
            <a:lvl8pPr>
              <a:defRPr sz="1500" b="0">
                <a:solidFill>
                  <a:srgbClr val="163447"/>
                </a:solidFill>
                <a:latin typeface="DejaVu Sans"/>
                <a:ea typeface="DejaVu Sans"/>
                <a:cs typeface="DejaVu Sans"/>
              </a:defRPr>
            </a:lvl8pPr>
            <a:lvl9pPr>
              <a:defRPr sz="1500" b="0">
                <a:solidFill>
                  <a:srgbClr val="163447"/>
                </a:solidFill>
                <a:latin typeface="DejaVu Sans"/>
                <a:ea typeface="DejaVu Sans"/>
                <a:cs typeface="DejaVu Sans"/>
              </a:defRPr>
            </a:lvl9pPr>
          </a:lstStyle>
          <a:p xmlns:a="http://schemas.openxmlformats.org/drawingml/2006/main">
            <a:pPr>
              <a:defRPr sz="1500" b="0">
                <a:solidFill>
                  <a:srgbClr val="163447"/>
                </a:solidFill>
                <a:latin typeface="DejaVu Sans"/>
                <a:ea typeface="DejaVu Sans"/>
                <a:cs typeface="DejaVu Sans"/>
              </a:defRPr>
            </a:pPr>
            <a:r>
              <a:rPr sz="1500" b="0">
                <a:solidFill>
                  <a:srgbClr val="163447"/>
                </a:solidFill>
                <a:latin typeface="DejaVu Sans"/>
                <a:ea typeface="DejaVu Sans"/>
                <a:cs typeface="DejaVu Sans"/>
              </a:rPr>
              <a:t>- inicio, fin: LocalTime</a:t>
            </a:r>
          </a:p>
          <a:p xmlns:a="http://schemas.openxmlformats.org/drawingml/2006/main">
            <a:pPr>
              <a:defRPr sz="1500" b="0">
                <a:solidFill>
                  <a:srgbClr val="163447"/>
                </a:solidFill>
                <a:latin typeface="DejaVu Sans"/>
                <a:ea typeface="DejaVu Sans"/>
                <a:cs typeface="DejaVu Sans"/>
              </a:defRPr>
            </a:pPr>
            <a:r>
              <a:rPr sz="1500" b="0">
                <a:solidFill>
                  <a:srgbClr val="163447"/>
                </a:solidFill>
                <a:latin typeface="DejaVu Sans"/>
                <a:ea typeface="DejaVu Sans"/>
                <a:cs typeface="DejaVu Sans"/>
              </a:rPr>
              <a:t>- activa: boolean</a:t>
            </a:r>
          </a:p>
          <a:p xmlns:a="http://schemas.openxmlformats.org/drawingml/2006/main">
            <a:pPr>
              <a:defRPr sz="1500" b="0">
                <a:solidFill>
                  <a:srgbClr val="163447"/>
                </a:solidFill>
                <a:latin typeface="DejaVu Sans"/>
                <a:ea typeface="DejaVu Sans"/>
                <a:cs typeface="DejaVu Sans"/>
              </a:defRPr>
            </a:pPr>
            <a:r>
              <a:rPr sz="1500" b="0">
                <a:solidFill>
                  <a:srgbClr val="163447"/>
                </a:solidFill>
                <a:latin typeface="DejaVu Sans"/>
                <a:ea typeface="DejaVu Sans"/>
                <a:cs typeface="DejaVu Sans"/>
              </a:rPr>
              <a:t>+ validarHorario(): boolean</a:t>
            </a:r>
          </a:p>
        </p:txBody>
      </p:sp>
      <p:sp>
        <p:nvSpPr>
          <p:cNvPr id="16" name="clase-GestorPrioridades">
            <a:extLst xmlns:a="http://schemas.openxmlformats.org/drawingml/2006/main">
              <a:ext uri="{FF2B5EF4-FFF2-40B4-BE49-F238E27FC236}">
                <a16:creationId xmlns:a16="http://schemas.microsoft.com/office/drawing/2014/main" id="{91555841-CA09-4F2A-AFB1-5744B258D5AE}"/>
              </a:ext>
            </a:extLst>
          </p:cNvPr>
          <p:cNvSpPr>
            <a:spLocks xmlns:a="http://schemas.openxmlformats.org/drawingml/2006/main" noGrp="1"/>
          </p:cNvSpPr>
          <p:nvPr/>
        </p:nvSpPr>
        <p:spPr>
          <a:xfrm xmlns:a="http://schemas.openxmlformats.org/drawingml/2006/main">
            <a:off x="609600" y="4857750"/>
            <a:ext cx="4191000" cy="1381125"/>
          </a:xfrm>
          <a:prstGeom xmlns:a="http://schemas.openxmlformats.org/drawingml/2006/main" prst="rect">
            <a:avLst/>
          </a:prstGeom>
          <a:solidFill xmlns:a="http://schemas.openxmlformats.org/drawingml/2006/main">
            <a:srgbClr val="EDF4F5"/>
          </a:solidFill>
          <a:ln xmlns:a="http://schemas.openxmlformats.org/drawingml/2006/main" w="9525">
            <a:solidFill>
              <a:srgbClr val="52636D"/>
            </a:solidFill>
            <a:prstDash val="solid"/>
          </a:ln>
        </p:spPr>
      </p:sp>
      <p:sp>
        <p:nvSpPr>
          <p:cNvPr id="17" name="texto-16">
            <a:extLst xmlns:a="http://schemas.openxmlformats.org/drawingml/2006/main">
              <a:ext uri="{FF2B5EF4-FFF2-40B4-BE49-F238E27FC236}">
                <a16:creationId xmlns:a16="http://schemas.microsoft.com/office/drawing/2014/main" id="{47C4EA6D-9CD2-43E0-B457-2CDD62B4C52A}"/>
              </a:ext>
            </a:extLst>
          </p:cNvPr>
          <p:cNvSpPr>
            <a:spLocks xmlns:a="http://schemas.openxmlformats.org/drawingml/2006/main" noGrp="1"/>
          </p:cNvSpPr>
          <p:nvPr/>
        </p:nvSpPr>
        <p:spPr>
          <a:xfrm xmlns:a="http://schemas.openxmlformats.org/drawingml/2006/main">
            <a:off x="742950" y="4933950"/>
            <a:ext cx="39243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875" b="1">
                <a:solidFill>
                  <a:srgbClr val="163447"/>
                </a:solidFill>
                <a:latin typeface="DejaVu Sans"/>
                <a:ea typeface="DejaVu Sans"/>
                <a:cs typeface="DejaVu Sans"/>
              </a:defRPr>
            </a:defPPr>
            <a:lvl1pPr>
              <a:defRPr sz="1875" b="1">
                <a:solidFill>
                  <a:srgbClr val="163447"/>
                </a:solidFill>
                <a:latin typeface="DejaVu Sans"/>
                <a:ea typeface="DejaVu Sans"/>
                <a:cs typeface="DejaVu Sans"/>
              </a:defRPr>
            </a:lvl1pPr>
            <a:lvl2pPr>
              <a:defRPr sz="1875" b="1">
                <a:solidFill>
                  <a:srgbClr val="163447"/>
                </a:solidFill>
                <a:latin typeface="DejaVu Sans"/>
                <a:ea typeface="DejaVu Sans"/>
                <a:cs typeface="DejaVu Sans"/>
              </a:defRPr>
            </a:lvl2pPr>
            <a:lvl3pPr>
              <a:defRPr sz="1875" b="1">
                <a:solidFill>
                  <a:srgbClr val="163447"/>
                </a:solidFill>
                <a:latin typeface="DejaVu Sans"/>
                <a:ea typeface="DejaVu Sans"/>
                <a:cs typeface="DejaVu Sans"/>
              </a:defRPr>
            </a:lvl3pPr>
            <a:lvl4pPr>
              <a:defRPr sz="1875" b="1">
                <a:solidFill>
                  <a:srgbClr val="163447"/>
                </a:solidFill>
                <a:latin typeface="DejaVu Sans"/>
                <a:ea typeface="DejaVu Sans"/>
                <a:cs typeface="DejaVu Sans"/>
              </a:defRPr>
            </a:lvl4pPr>
            <a:lvl5pPr>
              <a:defRPr sz="1875" b="1">
                <a:solidFill>
                  <a:srgbClr val="163447"/>
                </a:solidFill>
                <a:latin typeface="DejaVu Sans"/>
                <a:ea typeface="DejaVu Sans"/>
                <a:cs typeface="DejaVu Sans"/>
              </a:defRPr>
            </a:lvl5pPr>
            <a:lvl6pPr>
              <a:defRPr sz="1875" b="1">
                <a:solidFill>
                  <a:srgbClr val="163447"/>
                </a:solidFill>
                <a:latin typeface="DejaVu Sans"/>
                <a:ea typeface="DejaVu Sans"/>
                <a:cs typeface="DejaVu Sans"/>
              </a:defRPr>
            </a:lvl6pPr>
            <a:lvl7pPr>
              <a:defRPr sz="1875" b="1">
                <a:solidFill>
                  <a:srgbClr val="163447"/>
                </a:solidFill>
                <a:latin typeface="DejaVu Sans"/>
                <a:ea typeface="DejaVu Sans"/>
                <a:cs typeface="DejaVu Sans"/>
              </a:defRPr>
            </a:lvl7pPr>
            <a:lvl8pPr>
              <a:defRPr sz="1875" b="1">
                <a:solidFill>
                  <a:srgbClr val="163447"/>
                </a:solidFill>
                <a:latin typeface="DejaVu Sans"/>
                <a:ea typeface="DejaVu Sans"/>
                <a:cs typeface="DejaVu Sans"/>
              </a:defRPr>
            </a:lvl8pPr>
            <a:lvl9pPr>
              <a:defRPr sz="1875" b="1">
                <a:solidFill>
                  <a:srgbClr val="163447"/>
                </a:solidFill>
                <a:latin typeface="DejaVu Sans"/>
                <a:ea typeface="DejaVu Sans"/>
                <a:cs typeface="DejaVu Sans"/>
              </a:defRPr>
            </a:lvl9pPr>
          </a:lstStyle>
          <a:p xmlns:a="http://schemas.openxmlformats.org/drawingml/2006/main">
            <a:pPr>
              <a:defRPr sz="1875" b="1">
                <a:solidFill>
                  <a:srgbClr val="163447"/>
                </a:solidFill>
                <a:latin typeface="DejaVu Sans"/>
                <a:ea typeface="DejaVu Sans"/>
                <a:cs typeface="DejaVu Sans"/>
              </a:defRPr>
            </a:pPr>
            <a:r>
              <a:rPr sz="1875" b="1">
                <a:solidFill>
                  <a:srgbClr val="163447"/>
                </a:solidFill>
                <a:latin typeface="DejaVu Sans"/>
                <a:ea typeface="DejaVu Sans"/>
                <a:cs typeface="DejaVu Sans"/>
              </a:rPr>
              <a:t>GestorPrioridades</a:t>
            </a:r>
          </a:p>
        </p:txBody>
      </p:sp>
      <p:sp>
        <p:nvSpPr>
          <p:cNvPr id="18" name="texto-17">
            <a:extLst xmlns:a="http://schemas.openxmlformats.org/drawingml/2006/main">
              <a:ext uri="{FF2B5EF4-FFF2-40B4-BE49-F238E27FC236}">
                <a16:creationId xmlns:a16="http://schemas.microsoft.com/office/drawing/2014/main" id="{6D5B1347-530D-4D83-86C0-4D9C33B2043E}"/>
              </a:ext>
            </a:extLst>
          </p:cNvPr>
          <p:cNvSpPr>
            <a:spLocks xmlns:a="http://schemas.openxmlformats.org/drawingml/2006/main" noGrp="1"/>
          </p:cNvSpPr>
          <p:nvPr/>
        </p:nvSpPr>
        <p:spPr>
          <a:xfrm xmlns:a="http://schemas.openxmlformats.org/drawingml/2006/main">
            <a:off x="742950" y="5324475"/>
            <a:ext cx="3924300" cy="866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500" b="0">
                <a:solidFill>
                  <a:srgbClr val="163447"/>
                </a:solidFill>
                <a:latin typeface="DejaVu Sans"/>
                <a:ea typeface="DejaVu Sans"/>
                <a:cs typeface="DejaVu Sans"/>
              </a:defRPr>
            </a:defPPr>
            <a:lvl1pPr>
              <a:defRPr sz="1500" b="0">
                <a:solidFill>
                  <a:srgbClr val="163447"/>
                </a:solidFill>
                <a:latin typeface="DejaVu Sans"/>
                <a:ea typeface="DejaVu Sans"/>
                <a:cs typeface="DejaVu Sans"/>
              </a:defRPr>
            </a:lvl1pPr>
            <a:lvl2pPr>
              <a:defRPr sz="1500" b="0">
                <a:solidFill>
                  <a:srgbClr val="163447"/>
                </a:solidFill>
                <a:latin typeface="DejaVu Sans"/>
                <a:ea typeface="DejaVu Sans"/>
                <a:cs typeface="DejaVu Sans"/>
              </a:defRPr>
            </a:lvl2pPr>
            <a:lvl3pPr>
              <a:defRPr sz="1500" b="0">
                <a:solidFill>
                  <a:srgbClr val="163447"/>
                </a:solidFill>
                <a:latin typeface="DejaVu Sans"/>
                <a:ea typeface="DejaVu Sans"/>
                <a:cs typeface="DejaVu Sans"/>
              </a:defRPr>
            </a:lvl3pPr>
            <a:lvl4pPr>
              <a:defRPr sz="1500" b="0">
                <a:solidFill>
                  <a:srgbClr val="163447"/>
                </a:solidFill>
                <a:latin typeface="DejaVu Sans"/>
                <a:ea typeface="DejaVu Sans"/>
                <a:cs typeface="DejaVu Sans"/>
              </a:defRPr>
            </a:lvl4pPr>
            <a:lvl5pPr>
              <a:defRPr sz="1500" b="0">
                <a:solidFill>
                  <a:srgbClr val="163447"/>
                </a:solidFill>
                <a:latin typeface="DejaVu Sans"/>
                <a:ea typeface="DejaVu Sans"/>
                <a:cs typeface="DejaVu Sans"/>
              </a:defRPr>
            </a:lvl5pPr>
            <a:lvl6pPr>
              <a:defRPr sz="1500" b="0">
                <a:solidFill>
                  <a:srgbClr val="163447"/>
                </a:solidFill>
                <a:latin typeface="DejaVu Sans"/>
                <a:ea typeface="DejaVu Sans"/>
                <a:cs typeface="DejaVu Sans"/>
              </a:defRPr>
            </a:lvl6pPr>
            <a:lvl7pPr>
              <a:defRPr sz="1500" b="0">
                <a:solidFill>
                  <a:srgbClr val="163447"/>
                </a:solidFill>
                <a:latin typeface="DejaVu Sans"/>
                <a:ea typeface="DejaVu Sans"/>
                <a:cs typeface="DejaVu Sans"/>
              </a:defRPr>
            </a:lvl7pPr>
            <a:lvl8pPr>
              <a:defRPr sz="1500" b="0">
                <a:solidFill>
                  <a:srgbClr val="163447"/>
                </a:solidFill>
                <a:latin typeface="DejaVu Sans"/>
                <a:ea typeface="DejaVu Sans"/>
                <a:cs typeface="DejaVu Sans"/>
              </a:defRPr>
            </a:lvl8pPr>
            <a:lvl9pPr>
              <a:defRPr sz="1500" b="0">
                <a:solidFill>
                  <a:srgbClr val="163447"/>
                </a:solidFill>
                <a:latin typeface="DejaVu Sans"/>
                <a:ea typeface="DejaVu Sans"/>
                <a:cs typeface="DejaVu Sans"/>
              </a:defRPr>
            </a:lvl9pPr>
          </a:lstStyle>
          <a:p xmlns:a="http://schemas.openxmlformats.org/drawingml/2006/main">
            <a:pPr>
              <a:defRPr sz="1500" b="0">
                <a:solidFill>
                  <a:srgbClr val="163447"/>
                </a:solidFill>
                <a:latin typeface="DejaVu Sans"/>
                <a:ea typeface="DejaVu Sans"/>
                <a:cs typeface="DejaVu Sans"/>
              </a:defRPr>
            </a:pPr>
            <a:r>
              <a:rPr sz="1500" b="0">
                <a:solidFill>
                  <a:srgbClr val="163447"/>
                </a:solidFill>
                <a:latin typeface="DejaVu Sans"/>
                <a:ea typeface="DejaVu Sans"/>
                <a:cs typeface="DejaVu Sans"/>
              </a:rPr>
              <a:t>+ cambiarPrioridad(codigo: String,</a:t>
            </a:r>
          </a:p>
          <a:p xmlns:a="http://schemas.openxmlformats.org/drawingml/2006/main">
            <a:pPr>
              <a:defRPr sz="1500" b="0">
                <a:solidFill>
                  <a:srgbClr val="163447"/>
                </a:solidFill>
                <a:latin typeface="DejaVu Sans"/>
                <a:ea typeface="DejaVu Sans"/>
                <a:cs typeface="DejaVu Sans"/>
              </a:defRPr>
            </a:pPr>
            <a:r>
              <a:rPr sz="1500" b="0">
                <a:solidFill>
                  <a:srgbClr val="163447"/>
                </a:solidFill>
                <a:latin typeface="DejaVu Sans"/>
                <a:ea typeface="DejaVu Sans"/>
                <a:cs typeface="DejaVu Sans"/>
              </a:rPr>
              <a:t>  valor: int): boolean</a:t>
            </a:r>
          </a:p>
          <a:p xmlns:a="http://schemas.openxmlformats.org/drawingml/2006/main">
            <a:pPr>
              <a:defRPr sz="1500" b="0">
                <a:solidFill>
                  <a:srgbClr val="163447"/>
                </a:solidFill>
                <a:latin typeface="DejaVu Sans"/>
                <a:ea typeface="DejaVu Sans"/>
                <a:cs typeface="DejaVu Sans"/>
              </a:defRPr>
            </a:pPr>
            <a:r>
              <a:rPr sz="1500" b="0">
                <a:solidFill>
                  <a:srgbClr val="163447"/>
                </a:solidFill>
                <a:latin typeface="DejaVu Sans"/>
                <a:ea typeface="DejaVu Sans"/>
                <a:cs typeface="DejaVu Sans"/>
              </a:rPr>
              <a:t>+ listarEnOrden(): List&lt;Actividad&gt;</a:t>
            </a:r>
          </a:p>
        </p:txBody>
      </p:sp>
      <p:sp>
        <p:nvSpPr>
          <p:cNvPr id="19" name="clase-Usuario">
            <a:extLst xmlns:a="http://schemas.openxmlformats.org/drawingml/2006/main">
              <a:ext uri="{FF2B5EF4-FFF2-40B4-BE49-F238E27FC236}">
                <a16:creationId xmlns:a16="http://schemas.microsoft.com/office/drawing/2014/main" id="{6E16EA20-9FB9-46B1-83AB-F6414E3A1943}"/>
              </a:ext>
            </a:extLst>
          </p:cNvPr>
          <p:cNvSpPr>
            <a:spLocks xmlns:a="http://schemas.openxmlformats.org/drawingml/2006/main" noGrp="1"/>
          </p:cNvSpPr>
          <p:nvPr/>
        </p:nvSpPr>
        <p:spPr>
          <a:xfrm xmlns:a="http://schemas.openxmlformats.org/drawingml/2006/main">
            <a:off x="7391400" y="4857750"/>
            <a:ext cx="4191000" cy="1381125"/>
          </a:xfrm>
          <a:prstGeom xmlns:a="http://schemas.openxmlformats.org/drawingml/2006/main" prst="rect">
            <a:avLst/>
          </a:prstGeom>
          <a:solidFill xmlns:a="http://schemas.openxmlformats.org/drawingml/2006/main">
            <a:srgbClr val="EDF4F5"/>
          </a:solidFill>
          <a:ln xmlns:a="http://schemas.openxmlformats.org/drawingml/2006/main" w="9525">
            <a:solidFill>
              <a:srgbClr val="52636D"/>
            </a:solidFill>
            <a:prstDash val="solid"/>
          </a:ln>
        </p:spPr>
      </p:sp>
      <p:sp>
        <p:nvSpPr>
          <p:cNvPr id="20" name="texto-19">
            <a:extLst xmlns:a="http://schemas.openxmlformats.org/drawingml/2006/main">
              <a:ext uri="{FF2B5EF4-FFF2-40B4-BE49-F238E27FC236}">
                <a16:creationId xmlns:a16="http://schemas.microsoft.com/office/drawing/2014/main" id="{C560A40A-C1B0-4DCE-8209-7EA37BA6260D}"/>
              </a:ext>
            </a:extLst>
          </p:cNvPr>
          <p:cNvSpPr>
            <a:spLocks xmlns:a="http://schemas.openxmlformats.org/drawingml/2006/main" noGrp="1"/>
          </p:cNvSpPr>
          <p:nvPr/>
        </p:nvSpPr>
        <p:spPr>
          <a:xfrm xmlns:a="http://schemas.openxmlformats.org/drawingml/2006/main">
            <a:off x="7524750" y="4933950"/>
            <a:ext cx="39243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875" b="1">
                <a:solidFill>
                  <a:srgbClr val="163447"/>
                </a:solidFill>
                <a:latin typeface="DejaVu Sans"/>
                <a:ea typeface="DejaVu Sans"/>
                <a:cs typeface="DejaVu Sans"/>
              </a:defRPr>
            </a:defPPr>
            <a:lvl1pPr>
              <a:defRPr sz="1875" b="1">
                <a:solidFill>
                  <a:srgbClr val="163447"/>
                </a:solidFill>
                <a:latin typeface="DejaVu Sans"/>
                <a:ea typeface="DejaVu Sans"/>
                <a:cs typeface="DejaVu Sans"/>
              </a:defRPr>
            </a:lvl1pPr>
            <a:lvl2pPr>
              <a:defRPr sz="1875" b="1">
                <a:solidFill>
                  <a:srgbClr val="163447"/>
                </a:solidFill>
                <a:latin typeface="DejaVu Sans"/>
                <a:ea typeface="DejaVu Sans"/>
                <a:cs typeface="DejaVu Sans"/>
              </a:defRPr>
            </a:lvl2pPr>
            <a:lvl3pPr>
              <a:defRPr sz="1875" b="1">
                <a:solidFill>
                  <a:srgbClr val="163447"/>
                </a:solidFill>
                <a:latin typeface="DejaVu Sans"/>
                <a:ea typeface="DejaVu Sans"/>
                <a:cs typeface="DejaVu Sans"/>
              </a:defRPr>
            </a:lvl3pPr>
            <a:lvl4pPr>
              <a:defRPr sz="1875" b="1">
                <a:solidFill>
                  <a:srgbClr val="163447"/>
                </a:solidFill>
                <a:latin typeface="DejaVu Sans"/>
                <a:ea typeface="DejaVu Sans"/>
                <a:cs typeface="DejaVu Sans"/>
              </a:defRPr>
            </a:lvl4pPr>
            <a:lvl5pPr>
              <a:defRPr sz="1875" b="1">
                <a:solidFill>
                  <a:srgbClr val="163447"/>
                </a:solidFill>
                <a:latin typeface="DejaVu Sans"/>
                <a:ea typeface="DejaVu Sans"/>
                <a:cs typeface="DejaVu Sans"/>
              </a:defRPr>
            </a:lvl5pPr>
            <a:lvl6pPr>
              <a:defRPr sz="1875" b="1">
                <a:solidFill>
                  <a:srgbClr val="163447"/>
                </a:solidFill>
                <a:latin typeface="DejaVu Sans"/>
                <a:ea typeface="DejaVu Sans"/>
                <a:cs typeface="DejaVu Sans"/>
              </a:defRPr>
            </a:lvl6pPr>
            <a:lvl7pPr>
              <a:defRPr sz="1875" b="1">
                <a:solidFill>
                  <a:srgbClr val="163447"/>
                </a:solidFill>
                <a:latin typeface="DejaVu Sans"/>
                <a:ea typeface="DejaVu Sans"/>
                <a:cs typeface="DejaVu Sans"/>
              </a:defRPr>
            </a:lvl7pPr>
            <a:lvl8pPr>
              <a:defRPr sz="1875" b="1">
                <a:solidFill>
                  <a:srgbClr val="163447"/>
                </a:solidFill>
                <a:latin typeface="DejaVu Sans"/>
                <a:ea typeface="DejaVu Sans"/>
                <a:cs typeface="DejaVu Sans"/>
              </a:defRPr>
            </a:lvl8pPr>
            <a:lvl9pPr>
              <a:defRPr sz="1875" b="1">
                <a:solidFill>
                  <a:srgbClr val="163447"/>
                </a:solidFill>
                <a:latin typeface="DejaVu Sans"/>
                <a:ea typeface="DejaVu Sans"/>
                <a:cs typeface="DejaVu Sans"/>
              </a:defRPr>
            </a:lvl9pPr>
          </a:lstStyle>
          <a:p xmlns:a="http://schemas.openxmlformats.org/drawingml/2006/main">
            <a:pPr>
              <a:defRPr sz="1875" b="1">
                <a:solidFill>
                  <a:srgbClr val="163447"/>
                </a:solidFill>
                <a:latin typeface="DejaVu Sans"/>
                <a:ea typeface="DejaVu Sans"/>
                <a:cs typeface="DejaVu Sans"/>
              </a:defRPr>
            </a:pPr>
            <a:r>
              <a:rPr sz="1875" b="1">
                <a:solidFill>
                  <a:srgbClr val="163447"/>
                </a:solidFill>
                <a:latin typeface="DejaVu Sans"/>
                <a:ea typeface="DejaVu Sans"/>
                <a:cs typeface="DejaVu Sans"/>
              </a:rPr>
              <a:t>Usuario</a:t>
            </a:r>
          </a:p>
        </p:txBody>
      </p:sp>
      <p:sp>
        <p:nvSpPr>
          <p:cNvPr id="21" name="texto-20">
            <a:extLst xmlns:a="http://schemas.openxmlformats.org/drawingml/2006/main">
              <a:ext uri="{FF2B5EF4-FFF2-40B4-BE49-F238E27FC236}">
                <a16:creationId xmlns:a16="http://schemas.microsoft.com/office/drawing/2014/main" id="{954AEF0D-79DF-490A-88D5-51057A2963AA}"/>
              </a:ext>
            </a:extLst>
          </p:cNvPr>
          <p:cNvSpPr>
            <a:spLocks xmlns:a="http://schemas.openxmlformats.org/drawingml/2006/main" noGrp="1"/>
          </p:cNvSpPr>
          <p:nvPr/>
        </p:nvSpPr>
        <p:spPr>
          <a:xfrm xmlns:a="http://schemas.openxmlformats.org/drawingml/2006/main">
            <a:off x="7524750" y="5324475"/>
            <a:ext cx="3924300" cy="866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500" b="0">
                <a:solidFill>
                  <a:srgbClr val="163447"/>
                </a:solidFill>
                <a:latin typeface="DejaVu Sans"/>
                <a:ea typeface="DejaVu Sans"/>
                <a:cs typeface="DejaVu Sans"/>
              </a:defRPr>
            </a:defPPr>
            <a:lvl1pPr>
              <a:defRPr sz="1500" b="0">
                <a:solidFill>
                  <a:srgbClr val="163447"/>
                </a:solidFill>
                <a:latin typeface="DejaVu Sans"/>
                <a:ea typeface="DejaVu Sans"/>
                <a:cs typeface="DejaVu Sans"/>
              </a:defRPr>
            </a:lvl1pPr>
            <a:lvl2pPr>
              <a:defRPr sz="1500" b="0">
                <a:solidFill>
                  <a:srgbClr val="163447"/>
                </a:solidFill>
                <a:latin typeface="DejaVu Sans"/>
                <a:ea typeface="DejaVu Sans"/>
                <a:cs typeface="DejaVu Sans"/>
              </a:defRPr>
            </a:lvl2pPr>
            <a:lvl3pPr>
              <a:defRPr sz="1500" b="0">
                <a:solidFill>
                  <a:srgbClr val="163447"/>
                </a:solidFill>
                <a:latin typeface="DejaVu Sans"/>
                <a:ea typeface="DejaVu Sans"/>
                <a:cs typeface="DejaVu Sans"/>
              </a:defRPr>
            </a:lvl3pPr>
            <a:lvl4pPr>
              <a:defRPr sz="1500" b="0">
                <a:solidFill>
                  <a:srgbClr val="163447"/>
                </a:solidFill>
                <a:latin typeface="DejaVu Sans"/>
                <a:ea typeface="DejaVu Sans"/>
                <a:cs typeface="DejaVu Sans"/>
              </a:defRPr>
            </a:lvl4pPr>
            <a:lvl5pPr>
              <a:defRPr sz="1500" b="0">
                <a:solidFill>
                  <a:srgbClr val="163447"/>
                </a:solidFill>
                <a:latin typeface="DejaVu Sans"/>
                <a:ea typeface="DejaVu Sans"/>
                <a:cs typeface="DejaVu Sans"/>
              </a:defRPr>
            </a:lvl5pPr>
            <a:lvl6pPr>
              <a:defRPr sz="1500" b="0">
                <a:solidFill>
                  <a:srgbClr val="163447"/>
                </a:solidFill>
                <a:latin typeface="DejaVu Sans"/>
                <a:ea typeface="DejaVu Sans"/>
                <a:cs typeface="DejaVu Sans"/>
              </a:defRPr>
            </a:lvl6pPr>
            <a:lvl7pPr>
              <a:defRPr sz="1500" b="0">
                <a:solidFill>
                  <a:srgbClr val="163447"/>
                </a:solidFill>
                <a:latin typeface="DejaVu Sans"/>
                <a:ea typeface="DejaVu Sans"/>
                <a:cs typeface="DejaVu Sans"/>
              </a:defRPr>
            </a:lvl7pPr>
            <a:lvl8pPr>
              <a:defRPr sz="1500" b="0">
                <a:solidFill>
                  <a:srgbClr val="163447"/>
                </a:solidFill>
                <a:latin typeface="DejaVu Sans"/>
                <a:ea typeface="DejaVu Sans"/>
                <a:cs typeface="DejaVu Sans"/>
              </a:defRPr>
            </a:lvl8pPr>
            <a:lvl9pPr>
              <a:defRPr sz="1500" b="0">
                <a:solidFill>
                  <a:srgbClr val="163447"/>
                </a:solidFill>
                <a:latin typeface="DejaVu Sans"/>
                <a:ea typeface="DejaVu Sans"/>
                <a:cs typeface="DejaVu Sans"/>
              </a:defRPr>
            </a:lvl9pPr>
          </a:lstStyle>
          <a:p xmlns:a="http://schemas.openxmlformats.org/drawingml/2006/main">
            <a:pPr>
              <a:defRPr sz="1500" b="0">
                <a:solidFill>
                  <a:srgbClr val="163447"/>
                </a:solidFill>
                <a:latin typeface="DejaVu Sans"/>
                <a:ea typeface="DejaVu Sans"/>
                <a:cs typeface="DejaVu Sans"/>
              </a:defRPr>
            </a:pPr>
            <a:r>
              <a:rPr sz="1500" b="0">
                <a:solidFill>
                  <a:srgbClr val="163447"/>
                </a:solidFill>
                <a:latin typeface="DejaVu Sans"/>
                <a:ea typeface="DejaVu Sans"/>
                <a:cs typeface="DejaVu Sans"/>
              </a:rPr>
              <a:t>- rol: String</a:t>
            </a:r>
          </a:p>
          <a:p xmlns:a="http://schemas.openxmlformats.org/drawingml/2006/main">
            <a:pPr>
              <a:defRPr sz="1500" b="0">
                <a:solidFill>
                  <a:srgbClr val="163447"/>
                </a:solidFill>
                <a:latin typeface="DejaVu Sans"/>
                <a:ea typeface="DejaVu Sans"/>
                <a:cs typeface="DejaVu Sans"/>
              </a:defRPr>
            </a:pPr>
            <a:r>
              <a:rPr sz="1500" b="0">
                <a:solidFill>
                  <a:srgbClr val="163447"/>
                </a:solidFill>
                <a:latin typeface="DejaVu Sans"/>
                <a:ea typeface="DejaVu Sans"/>
                <a:cs typeface="DejaVu Sans"/>
              </a:rPr>
              <a:t>+ consultarAvance(obra: Obra): double</a:t>
            </a:r>
          </a:p>
        </p:txBody>
      </p:sp>
      <p:sp>
        <p:nvSpPr>
          <p:cNvPr id="23" name="composicion">
            <a:extLst xmlns:a="http://schemas.openxmlformats.org/drawingml/2006/main">
              <a:ext uri="{FF2B5EF4-FFF2-40B4-BE49-F238E27FC236}">
                <a16:creationId xmlns:a16="http://schemas.microsoft.com/office/drawing/2014/main" id="{B36873C6-4511-4D5F-8417-D0A9043C245E}"/>
              </a:ext>
            </a:extLst>
          </p:cNvPr>
          <p:cNvSpPr>
            <a:spLocks xmlns:a="http://schemas.openxmlformats.org/drawingml/2006/main" noGrp="1"/>
          </p:cNvSpPr>
          <p:nvPr/>
        </p:nvSpPr>
        <p:spPr>
          <a:xfrm xmlns:a="http://schemas.openxmlformats.org/drawingml/2006/main">
            <a:off x="4800600" y="1952625"/>
            <a:ext cx="171450" cy="142875"/>
          </a:xfrm>
          <a:prstGeom xmlns:a="http://schemas.openxmlformats.org/drawingml/2006/main" prst="diamond">
            <a:avLst/>
          </a:prstGeom>
          <a:solidFill xmlns:a="http://schemas.openxmlformats.org/drawingml/2006/main">
            <a:srgbClr val="52636D"/>
          </a:solidFill>
          <a:ln xmlns:a="http://schemas.openxmlformats.org/drawingml/2006/main" w="9525">
            <a:solidFill>
              <a:srgbClr val="52636D"/>
            </a:solidFill>
            <a:prstDash val="solid"/>
          </a:ln>
        </p:spPr>
      </p:sp>
      <p:sp>
        <p:nvSpPr>
          <p:cNvPr id="24" name="texto-23">
            <a:extLst xmlns:a="http://schemas.openxmlformats.org/drawingml/2006/main">
              <a:ext uri="{FF2B5EF4-FFF2-40B4-BE49-F238E27FC236}">
                <a16:creationId xmlns:a16="http://schemas.microsoft.com/office/drawing/2014/main" id="{4E5CA81B-9559-4EC2-B17B-D484A18DE11C}"/>
              </a:ext>
            </a:extLst>
          </p:cNvPr>
          <p:cNvSpPr>
            <a:spLocks xmlns:a="http://schemas.openxmlformats.org/drawingml/2006/main" noGrp="1"/>
          </p:cNvSpPr>
          <p:nvPr/>
        </p:nvSpPr>
        <p:spPr>
          <a:xfrm xmlns:a="http://schemas.openxmlformats.org/drawingml/2006/main">
            <a:off x="5048250" y="1752600"/>
            <a:ext cx="381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500" b="0">
                <a:solidFill>
                  <a:srgbClr val="163447"/>
                </a:solidFill>
                <a:latin typeface="DejaVu Sans"/>
                <a:ea typeface="DejaVu Sans"/>
                <a:cs typeface="DejaVu Sans"/>
              </a:defRPr>
            </a:defPPr>
            <a:lvl1pPr>
              <a:defRPr sz="1500" b="0">
                <a:solidFill>
                  <a:srgbClr val="163447"/>
                </a:solidFill>
                <a:latin typeface="DejaVu Sans"/>
                <a:ea typeface="DejaVu Sans"/>
                <a:cs typeface="DejaVu Sans"/>
              </a:defRPr>
            </a:lvl1pPr>
            <a:lvl2pPr>
              <a:defRPr sz="1500" b="0">
                <a:solidFill>
                  <a:srgbClr val="163447"/>
                </a:solidFill>
                <a:latin typeface="DejaVu Sans"/>
                <a:ea typeface="DejaVu Sans"/>
                <a:cs typeface="DejaVu Sans"/>
              </a:defRPr>
            </a:lvl2pPr>
            <a:lvl3pPr>
              <a:defRPr sz="1500" b="0">
                <a:solidFill>
                  <a:srgbClr val="163447"/>
                </a:solidFill>
                <a:latin typeface="DejaVu Sans"/>
                <a:ea typeface="DejaVu Sans"/>
                <a:cs typeface="DejaVu Sans"/>
              </a:defRPr>
            </a:lvl3pPr>
            <a:lvl4pPr>
              <a:defRPr sz="1500" b="0">
                <a:solidFill>
                  <a:srgbClr val="163447"/>
                </a:solidFill>
                <a:latin typeface="DejaVu Sans"/>
                <a:ea typeface="DejaVu Sans"/>
                <a:cs typeface="DejaVu Sans"/>
              </a:defRPr>
            </a:lvl4pPr>
            <a:lvl5pPr>
              <a:defRPr sz="1500" b="0">
                <a:solidFill>
                  <a:srgbClr val="163447"/>
                </a:solidFill>
                <a:latin typeface="DejaVu Sans"/>
                <a:ea typeface="DejaVu Sans"/>
                <a:cs typeface="DejaVu Sans"/>
              </a:defRPr>
            </a:lvl5pPr>
            <a:lvl6pPr>
              <a:defRPr sz="1500" b="0">
                <a:solidFill>
                  <a:srgbClr val="163447"/>
                </a:solidFill>
                <a:latin typeface="DejaVu Sans"/>
                <a:ea typeface="DejaVu Sans"/>
                <a:cs typeface="DejaVu Sans"/>
              </a:defRPr>
            </a:lvl6pPr>
            <a:lvl7pPr>
              <a:defRPr sz="1500" b="0">
                <a:solidFill>
                  <a:srgbClr val="163447"/>
                </a:solidFill>
                <a:latin typeface="DejaVu Sans"/>
                <a:ea typeface="DejaVu Sans"/>
                <a:cs typeface="DejaVu Sans"/>
              </a:defRPr>
            </a:lvl7pPr>
            <a:lvl8pPr>
              <a:defRPr sz="1500" b="0">
                <a:solidFill>
                  <a:srgbClr val="163447"/>
                </a:solidFill>
                <a:latin typeface="DejaVu Sans"/>
                <a:ea typeface="DejaVu Sans"/>
                <a:cs typeface="DejaVu Sans"/>
              </a:defRPr>
            </a:lvl8pPr>
            <a:lvl9pPr>
              <a:defRPr sz="1500" b="0">
                <a:solidFill>
                  <a:srgbClr val="163447"/>
                </a:solidFill>
                <a:latin typeface="DejaVu Sans"/>
                <a:ea typeface="DejaVu Sans"/>
                <a:cs typeface="DejaVu Sans"/>
              </a:defRPr>
            </a:lvl9pPr>
          </a:lstStyle>
          <a:p xmlns:a="http://schemas.openxmlformats.org/drawingml/2006/main">
            <a:pPr>
              <a:defRPr sz="1500" b="0">
                <a:solidFill>
                  <a:srgbClr val="163447"/>
                </a:solidFill>
                <a:latin typeface="DejaVu Sans"/>
                <a:ea typeface="DejaVu Sans"/>
                <a:cs typeface="DejaVu Sans"/>
              </a:defRPr>
            </a:pPr>
            <a:r>
              <a:rPr sz="1500" b="0">
                <a:solidFill>
                  <a:srgbClr val="163447"/>
                </a:solidFill>
                <a:latin typeface="DejaVu Sans"/>
                <a:ea typeface="DejaVu Sans"/>
                <a:cs typeface="DejaVu Sans"/>
              </a:rPr>
              <a:t>1</a:t>
            </a:r>
          </a:p>
        </p:txBody>
      </p:sp>
      <p:sp>
        <p:nvSpPr>
          <p:cNvPr id="25" name="texto-24">
            <a:extLst xmlns:a="http://schemas.openxmlformats.org/drawingml/2006/main">
              <a:ext uri="{FF2B5EF4-FFF2-40B4-BE49-F238E27FC236}">
                <a16:creationId xmlns:a16="http://schemas.microsoft.com/office/drawing/2014/main" id="{435D0157-7559-47B3-B5E6-A6F4DBB8CFAB}"/>
              </a:ext>
            </a:extLst>
          </p:cNvPr>
          <p:cNvSpPr>
            <a:spLocks xmlns:a="http://schemas.openxmlformats.org/drawingml/2006/main" noGrp="1"/>
          </p:cNvSpPr>
          <p:nvPr/>
        </p:nvSpPr>
        <p:spPr>
          <a:xfrm xmlns:a="http://schemas.openxmlformats.org/drawingml/2006/main">
            <a:off x="6781800" y="1752600"/>
            <a:ext cx="571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500" b="0">
                <a:solidFill>
                  <a:srgbClr val="163447"/>
                </a:solidFill>
                <a:latin typeface="DejaVu Sans"/>
                <a:ea typeface="DejaVu Sans"/>
                <a:cs typeface="DejaVu Sans"/>
              </a:defRPr>
            </a:defPPr>
            <a:lvl1pPr>
              <a:defRPr sz="1500" b="0">
                <a:solidFill>
                  <a:srgbClr val="163447"/>
                </a:solidFill>
                <a:latin typeface="DejaVu Sans"/>
                <a:ea typeface="DejaVu Sans"/>
                <a:cs typeface="DejaVu Sans"/>
              </a:defRPr>
            </a:lvl1pPr>
            <a:lvl2pPr>
              <a:defRPr sz="1500" b="0">
                <a:solidFill>
                  <a:srgbClr val="163447"/>
                </a:solidFill>
                <a:latin typeface="DejaVu Sans"/>
                <a:ea typeface="DejaVu Sans"/>
                <a:cs typeface="DejaVu Sans"/>
              </a:defRPr>
            </a:lvl2pPr>
            <a:lvl3pPr>
              <a:defRPr sz="1500" b="0">
                <a:solidFill>
                  <a:srgbClr val="163447"/>
                </a:solidFill>
                <a:latin typeface="DejaVu Sans"/>
                <a:ea typeface="DejaVu Sans"/>
                <a:cs typeface="DejaVu Sans"/>
              </a:defRPr>
            </a:lvl3pPr>
            <a:lvl4pPr>
              <a:defRPr sz="1500" b="0">
                <a:solidFill>
                  <a:srgbClr val="163447"/>
                </a:solidFill>
                <a:latin typeface="DejaVu Sans"/>
                <a:ea typeface="DejaVu Sans"/>
                <a:cs typeface="DejaVu Sans"/>
              </a:defRPr>
            </a:lvl4pPr>
            <a:lvl5pPr>
              <a:defRPr sz="1500" b="0">
                <a:solidFill>
                  <a:srgbClr val="163447"/>
                </a:solidFill>
                <a:latin typeface="DejaVu Sans"/>
                <a:ea typeface="DejaVu Sans"/>
                <a:cs typeface="DejaVu Sans"/>
              </a:defRPr>
            </a:lvl5pPr>
            <a:lvl6pPr>
              <a:defRPr sz="1500" b="0">
                <a:solidFill>
                  <a:srgbClr val="163447"/>
                </a:solidFill>
                <a:latin typeface="DejaVu Sans"/>
                <a:ea typeface="DejaVu Sans"/>
                <a:cs typeface="DejaVu Sans"/>
              </a:defRPr>
            </a:lvl6pPr>
            <a:lvl7pPr>
              <a:defRPr sz="1500" b="0">
                <a:solidFill>
                  <a:srgbClr val="163447"/>
                </a:solidFill>
                <a:latin typeface="DejaVu Sans"/>
                <a:ea typeface="DejaVu Sans"/>
                <a:cs typeface="DejaVu Sans"/>
              </a:defRPr>
            </a:lvl7pPr>
            <a:lvl8pPr>
              <a:defRPr sz="1500" b="0">
                <a:solidFill>
                  <a:srgbClr val="163447"/>
                </a:solidFill>
                <a:latin typeface="DejaVu Sans"/>
                <a:ea typeface="DejaVu Sans"/>
                <a:cs typeface="DejaVu Sans"/>
              </a:defRPr>
            </a:lvl8pPr>
            <a:lvl9pPr>
              <a:defRPr sz="1500" b="0">
                <a:solidFill>
                  <a:srgbClr val="163447"/>
                </a:solidFill>
                <a:latin typeface="DejaVu Sans"/>
                <a:ea typeface="DejaVu Sans"/>
                <a:cs typeface="DejaVu Sans"/>
              </a:defRPr>
            </a:lvl9pPr>
          </a:lstStyle>
          <a:p xmlns:a="http://schemas.openxmlformats.org/drawingml/2006/main">
            <a:pPr>
              <a:defRPr sz="1500" b="0">
                <a:solidFill>
                  <a:srgbClr val="163447"/>
                </a:solidFill>
                <a:latin typeface="DejaVu Sans"/>
                <a:ea typeface="DejaVu Sans"/>
                <a:cs typeface="DejaVu Sans"/>
              </a:defRPr>
            </a:pPr>
            <a:r>
              <a:rPr sz="1500" b="0">
                <a:solidFill>
                  <a:srgbClr val="163447"/>
                </a:solidFill>
                <a:latin typeface="DejaVu Sans"/>
                <a:ea typeface="DejaVu Sans"/>
                <a:cs typeface="DejaVu Sans"/>
              </a:rPr>
              <a:t>0..*</a:t>
            </a:r>
          </a:p>
        </p:txBody>
      </p:sp>
      <p:sp>
        <p:nvSpPr>
          <p:cNvPr id="27" name="texto-26">
            <a:extLst xmlns:a="http://schemas.openxmlformats.org/drawingml/2006/main">
              <a:ext uri="{FF2B5EF4-FFF2-40B4-BE49-F238E27FC236}">
                <a16:creationId xmlns:a16="http://schemas.microsoft.com/office/drawing/2014/main" id="{444E3E8D-9A69-4D58-9C43-D178DB90C5C4}"/>
              </a:ext>
            </a:extLst>
          </p:cNvPr>
          <p:cNvSpPr>
            <a:spLocks xmlns:a="http://schemas.openxmlformats.org/drawingml/2006/main" noGrp="1"/>
          </p:cNvSpPr>
          <p:nvPr/>
        </p:nvSpPr>
        <p:spPr>
          <a:xfrm xmlns:a="http://schemas.openxmlformats.org/drawingml/2006/main">
            <a:off x="9620250" y="2705100"/>
            <a:ext cx="571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275" b="0">
                <a:solidFill>
                  <a:srgbClr val="163447"/>
                </a:solidFill>
                <a:latin typeface="DejaVu Sans"/>
                <a:ea typeface="DejaVu Sans"/>
                <a:cs typeface="DejaVu Sans"/>
              </a:defRPr>
            </a:defPPr>
            <a:lvl1pPr>
              <a:defRPr sz="1275" b="0">
                <a:solidFill>
                  <a:srgbClr val="163447"/>
                </a:solidFill>
                <a:latin typeface="DejaVu Sans"/>
                <a:ea typeface="DejaVu Sans"/>
                <a:cs typeface="DejaVu Sans"/>
              </a:defRPr>
            </a:lvl1pPr>
            <a:lvl2pPr>
              <a:defRPr sz="1275" b="0">
                <a:solidFill>
                  <a:srgbClr val="163447"/>
                </a:solidFill>
                <a:latin typeface="DejaVu Sans"/>
                <a:ea typeface="DejaVu Sans"/>
                <a:cs typeface="DejaVu Sans"/>
              </a:defRPr>
            </a:lvl2pPr>
            <a:lvl3pPr>
              <a:defRPr sz="1275" b="0">
                <a:solidFill>
                  <a:srgbClr val="163447"/>
                </a:solidFill>
                <a:latin typeface="DejaVu Sans"/>
                <a:ea typeface="DejaVu Sans"/>
                <a:cs typeface="DejaVu Sans"/>
              </a:defRPr>
            </a:lvl3pPr>
            <a:lvl4pPr>
              <a:defRPr sz="1275" b="0">
                <a:solidFill>
                  <a:srgbClr val="163447"/>
                </a:solidFill>
                <a:latin typeface="DejaVu Sans"/>
                <a:ea typeface="DejaVu Sans"/>
                <a:cs typeface="DejaVu Sans"/>
              </a:defRPr>
            </a:lvl4pPr>
            <a:lvl5pPr>
              <a:defRPr sz="1275" b="0">
                <a:solidFill>
                  <a:srgbClr val="163447"/>
                </a:solidFill>
                <a:latin typeface="DejaVu Sans"/>
                <a:ea typeface="DejaVu Sans"/>
                <a:cs typeface="DejaVu Sans"/>
              </a:defRPr>
            </a:lvl5pPr>
            <a:lvl6pPr>
              <a:defRPr sz="1275" b="0">
                <a:solidFill>
                  <a:srgbClr val="163447"/>
                </a:solidFill>
                <a:latin typeface="DejaVu Sans"/>
                <a:ea typeface="DejaVu Sans"/>
                <a:cs typeface="DejaVu Sans"/>
              </a:defRPr>
            </a:lvl6pPr>
            <a:lvl7pPr>
              <a:defRPr sz="1275" b="0">
                <a:solidFill>
                  <a:srgbClr val="163447"/>
                </a:solidFill>
                <a:latin typeface="DejaVu Sans"/>
                <a:ea typeface="DejaVu Sans"/>
                <a:cs typeface="DejaVu Sans"/>
              </a:defRPr>
            </a:lvl7pPr>
            <a:lvl8pPr>
              <a:defRPr sz="1275" b="0">
                <a:solidFill>
                  <a:srgbClr val="163447"/>
                </a:solidFill>
                <a:latin typeface="DejaVu Sans"/>
                <a:ea typeface="DejaVu Sans"/>
                <a:cs typeface="DejaVu Sans"/>
              </a:defRPr>
            </a:lvl8pPr>
            <a:lvl9pPr>
              <a:defRPr sz="1275" b="0">
                <a:solidFill>
                  <a:srgbClr val="163447"/>
                </a:solidFill>
                <a:latin typeface="DejaVu Sans"/>
                <a:ea typeface="DejaVu Sans"/>
                <a:cs typeface="DejaVu Sans"/>
              </a:defRPr>
            </a:lvl9pPr>
          </a:lstStyle>
          <a:p xmlns:a="http://schemas.openxmlformats.org/drawingml/2006/main">
            <a:pPr>
              <a:defRPr sz="1275" b="0">
                <a:solidFill>
                  <a:srgbClr val="163447"/>
                </a:solidFill>
                <a:latin typeface="DejaVu Sans"/>
                <a:ea typeface="DejaVu Sans"/>
                <a:cs typeface="DejaVu Sans"/>
              </a:defRPr>
            </a:pPr>
            <a:r>
              <a:rPr sz="1275" b="0">
                <a:solidFill>
                  <a:srgbClr val="163447"/>
                </a:solidFill>
                <a:latin typeface="DejaVu Sans"/>
                <a:ea typeface="DejaVu Sans"/>
                <a:cs typeface="DejaVu Sans"/>
              </a:rPr>
              <a:t>1</a:t>
            </a:r>
          </a:p>
        </p:txBody>
      </p:sp>
      <p:sp>
        <p:nvSpPr>
          <p:cNvPr id="28" name="texto-27">
            <a:extLst xmlns:a="http://schemas.openxmlformats.org/drawingml/2006/main">
              <a:ext uri="{FF2B5EF4-FFF2-40B4-BE49-F238E27FC236}">
                <a16:creationId xmlns:a16="http://schemas.microsoft.com/office/drawing/2014/main" id="{2DC729E5-7E06-42F8-8BA7-CFAEBBD0C6D0}"/>
              </a:ext>
            </a:extLst>
          </p:cNvPr>
          <p:cNvSpPr>
            <a:spLocks xmlns:a="http://schemas.openxmlformats.org/drawingml/2006/main" noGrp="1"/>
          </p:cNvSpPr>
          <p:nvPr/>
        </p:nvSpPr>
        <p:spPr>
          <a:xfrm xmlns:a="http://schemas.openxmlformats.org/drawingml/2006/main">
            <a:off x="9620250" y="2914650"/>
            <a:ext cx="666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275" b="0">
                <a:solidFill>
                  <a:srgbClr val="163447"/>
                </a:solidFill>
                <a:latin typeface="DejaVu Sans"/>
                <a:ea typeface="DejaVu Sans"/>
                <a:cs typeface="DejaVu Sans"/>
              </a:defRPr>
            </a:defPPr>
            <a:lvl1pPr>
              <a:defRPr sz="1275" b="0">
                <a:solidFill>
                  <a:srgbClr val="163447"/>
                </a:solidFill>
                <a:latin typeface="DejaVu Sans"/>
                <a:ea typeface="DejaVu Sans"/>
                <a:cs typeface="DejaVu Sans"/>
              </a:defRPr>
            </a:lvl1pPr>
            <a:lvl2pPr>
              <a:defRPr sz="1275" b="0">
                <a:solidFill>
                  <a:srgbClr val="163447"/>
                </a:solidFill>
                <a:latin typeface="DejaVu Sans"/>
                <a:ea typeface="DejaVu Sans"/>
                <a:cs typeface="DejaVu Sans"/>
              </a:defRPr>
            </a:lvl2pPr>
            <a:lvl3pPr>
              <a:defRPr sz="1275" b="0">
                <a:solidFill>
                  <a:srgbClr val="163447"/>
                </a:solidFill>
                <a:latin typeface="DejaVu Sans"/>
                <a:ea typeface="DejaVu Sans"/>
                <a:cs typeface="DejaVu Sans"/>
              </a:defRPr>
            </a:lvl3pPr>
            <a:lvl4pPr>
              <a:defRPr sz="1275" b="0">
                <a:solidFill>
                  <a:srgbClr val="163447"/>
                </a:solidFill>
                <a:latin typeface="DejaVu Sans"/>
                <a:ea typeface="DejaVu Sans"/>
                <a:cs typeface="DejaVu Sans"/>
              </a:defRPr>
            </a:lvl4pPr>
            <a:lvl5pPr>
              <a:defRPr sz="1275" b="0">
                <a:solidFill>
                  <a:srgbClr val="163447"/>
                </a:solidFill>
                <a:latin typeface="DejaVu Sans"/>
                <a:ea typeface="DejaVu Sans"/>
                <a:cs typeface="DejaVu Sans"/>
              </a:defRPr>
            </a:lvl5pPr>
            <a:lvl6pPr>
              <a:defRPr sz="1275" b="0">
                <a:solidFill>
                  <a:srgbClr val="163447"/>
                </a:solidFill>
                <a:latin typeface="DejaVu Sans"/>
                <a:ea typeface="DejaVu Sans"/>
                <a:cs typeface="DejaVu Sans"/>
              </a:defRPr>
            </a:lvl6pPr>
            <a:lvl7pPr>
              <a:defRPr sz="1275" b="0">
                <a:solidFill>
                  <a:srgbClr val="163447"/>
                </a:solidFill>
                <a:latin typeface="DejaVu Sans"/>
                <a:ea typeface="DejaVu Sans"/>
                <a:cs typeface="DejaVu Sans"/>
              </a:defRPr>
            </a:lvl7pPr>
            <a:lvl8pPr>
              <a:defRPr sz="1275" b="0">
                <a:solidFill>
                  <a:srgbClr val="163447"/>
                </a:solidFill>
                <a:latin typeface="DejaVu Sans"/>
                <a:ea typeface="DejaVu Sans"/>
                <a:cs typeface="DejaVu Sans"/>
              </a:defRPr>
            </a:lvl8pPr>
            <a:lvl9pPr>
              <a:defRPr sz="1275" b="0">
                <a:solidFill>
                  <a:srgbClr val="163447"/>
                </a:solidFill>
                <a:latin typeface="DejaVu Sans"/>
                <a:ea typeface="DejaVu Sans"/>
                <a:cs typeface="DejaVu Sans"/>
              </a:defRPr>
            </a:lvl9pPr>
          </a:lstStyle>
          <a:p xmlns:a="http://schemas.openxmlformats.org/drawingml/2006/main">
            <a:pPr>
              <a:defRPr sz="1275" b="0">
                <a:solidFill>
                  <a:srgbClr val="163447"/>
                </a:solidFill>
                <a:latin typeface="DejaVu Sans"/>
                <a:ea typeface="DejaVu Sans"/>
                <a:cs typeface="DejaVu Sans"/>
              </a:defRPr>
            </a:pPr>
            <a:r>
              <a:rPr sz="1275" b="0">
                <a:solidFill>
                  <a:srgbClr val="163447"/>
                </a:solidFill>
                <a:latin typeface="DejaVu Sans"/>
                <a:ea typeface="DejaVu Sans"/>
                <a:cs typeface="DejaVu Sans"/>
              </a:rPr>
              <a:t>0..*</a:t>
            </a:r>
          </a:p>
        </p:txBody>
      </p:sp>
      <p:sp>
        <p:nvSpPr>
          <p:cNvPr id="30" name="texto-29">
            <a:extLst xmlns:a="http://schemas.openxmlformats.org/drawingml/2006/main">
              <a:ext uri="{FF2B5EF4-FFF2-40B4-BE49-F238E27FC236}">
                <a16:creationId xmlns:a16="http://schemas.microsoft.com/office/drawing/2014/main" id="{CA5B40EF-9A45-4F75-AB78-6AD191810E5E}"/>
              </a:ext>
            </a:extLst>
          </p:cNvPr>
          <p:cNvSpPr>
            <a:spLocks xmlns:a="http://schemas.openxmlformats.org/drawingml/2006/main" noGrp="1"/>
          </p:cNvSpPr>
          <p:nvPr/>
        </p:nvSpPr>
        <p:spPr>
          <a:xfrm xmlns:a="http://schemas.openxmlformats.org/drawingml/2006/main">
            <a:off x="5000625" y="3514725"/>
            <a:ext cx="381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500" b="0">
                <a:solidFill>
                  <a:srgbClr val="163447"/>
                </a:solidFill>
                <a:latin typeface="DejaVu Sans"/>
                <a:ea typeface="DejaVu Sans"/>
                <a:cs typeface="DejaVu Sans"/>
              </a:defRPr>
            </a:defPPr>
            <a:lvl1pPr>
              <a:defRPr sz="1500" b="0">
                <a:solidFill>
                  <a:srgbClr val="163447"/>
                </a:solidFill>
                <a:latin typeface="DejaVu Sans"/>
                <a:ea typeface="DejaVu Sans"/>
                <a:cs typeface="DejaVu Sans"/>
              </a:defRPr>
            </a:lvl1pPr>
            <a:lvl2pPr>
              <a:defRPr sz="1500" b="0">
                <a:solidFill>
                  <a:srgbClr val="163447"/>
                </a:solidFill>
                <a:latin typeface="DejaVu Sans"/>
                <a:ea typeface="DejaVu Sans"/>
                <a:cs typeface="DejaVu Sans"/>
              </a:defRPr>
            </a:lvl2pPr>
            <a:lvl3pPr>
              <a:defRPr sz="1500" b="0">
                <a:solidFill>
                  <a:srgbClr val="163447"/>
                </a:solidFill>
                <a:latin typeface="DejaVu Sans"/>
                <a:ea typeface="DejaVu Sans"/>
                <a:cs typeface="DejaVu Sans"/>
              </a:defRPr>
            </a:lvl3pPr>
            <a:lvl4pPr>
              <a:defRPr sz="1500" b="0">
                <a:solidFill>
                  <a:srgbClr val="163447"/>
                </a:solidFill>
                <a:latin typeface="DejaVu Sans"/>
                <a:ea typeface="DejaVu Sans"/>
                <a:cs typeface="DejaVu Sans"/>
              </a:defRPr>
            </a:lvl4pPr>
            <a:lvl5pPr>
              <a:defRPr sz="1500" b="0">
                <a:solidFill>
                  <a:srgbClr val="163447"/>
                </a:solidFill>
                <a:latin typeface="DejaVu Sans"/>
                <a:ea typeface="DejaVu Sans"/>
                <a:cs typeface="DejaVu Sans"/>
              </a:defRPr>
            </a:lvl5pPr>
            <a:lvl6pPr>
              <a:defRPr sz="1500" b="0">
                <a:solidFill>
                  <a:srgbClr val="163447"/>
                </a:solidFill>
                <a:latin typeface="DejaVu Sans"/>
                <a:ea typeface="DejaVu Sans"/>
                <a:cs typeface="DejaVu Sans"/>
              </a:defRPr>
            </a:lvl6pPr>
            <a:lvl7pPr>
              <a:defRPr sz="1500" b="0">
                <a:solidFill>
                  <a:srgbClr val="163447"/>
                </a:solidFill>
                <a:latin typeface="DejaVu Sans"/>
                <a:ea typeface="DejaVu Sans"/>
                <a:cs typeface="DejaVu Sans"/>
              </a:defRPr>
            </a:lvl7pPr>
            <a:lvl8pPr>
              <a:defRPr sz="1500" b="0">
                <a:solidFill>
                  <a:srgbClr val="163447"/>
                </a:solidFill>
                <a:latin typeface="DejaVu Sans"/>
                <a:ea typeface="DejaVu Sans"/>
                <a:cs typeface="DejaVu Sans"/>
              </a:defRPr>
            </a:lvl8pPr>
            <a:lvl9pPr>
              <a:defRPr sz="1500" b="0">
                <a:solidFill>
                  <a:srgbClr val="163447"/>
                </a:solidFill>
                <a:latin typeface="DejaVu Sans"/>
                <a:ea typeface="DejaVu Sans"/>
                <a:cs typeface="DejaVu Sans"/>
              </a:defRPr>
            </a:lvl9pPr>
          </a:lstStyle>
          <a:p xmlns:a="http://schemas.openxmlformats.org/drawingml/2006/main">
            <a:pPr>
              <a:defRPr sz="1500" b="0">
                <a:solidFill>
                  <a:srgbClr val="163447"/>
                </a:solidFill>
                <a:latin typeface="DejaVu Sans"/>
                <a:ea typeface="DejaVu Sans"/>
                <a:cs typeface="DejaVu Sans"/>
              </a:defRPr>
            </a:pPr>
            <a:r>
              <a:rPr sz="1500" b="0">
                <a:solidFill>
                  <a:srgbClr val="163447"/>
                </a:solidFill>
                <a:latin typeface="DejaVu Sans"/>
                <a:ea typeface="DejaVu Sans"/>
                <a:cs typeface="DejaVu Sans"/>
              </a:rPr>
              <a:t>1</a:t>
            </a:r>
          </a:p>
        </p:txBody>
      </p:sp>
      <p:sp>
        <p:nvSpPr>
          <p:cNvPr id="31" name="texto-30">
            <a:extLst xmlns:a="http://schemas.openxmlformats.org/drawingml/2006/main">
              <a:ext uri="{FF2B5EF4-FFF2-40B4-BE49-F238E27FC236}">
                <a16:creationId xmlns:a16="http://schemas.microsoft.com/office/drawing/2014/main" id="{48853715-D289-4A9E-8069-C5020F5F7CDC}"/>
              </a:ext>
            </a:extLst>
          </p:cNvPr>
          <p:cNvSpPr>
            <a:spLocks xmlns:a="http://schemas.openxmlformats.org/drawingml/2006/main" noGrp="1"/>
          </p:cNvSpPr>
          <p:nvPr/>
        </p:nvSpPr>
        <p:spPr>
          <a:xfrm xmlns:a="http://schemas.openxmlformats.org/drawingml/2006/main">
            <a:off x="6781800" y="3514725"/>
            <a:ext cx="571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500" b="0">
                <a:solidFill>
                  <a:srgbClr val="163447"/>
                </a:solidFill>
                <a:latin typeface="DejaVu Sans"/>
                <a:ea typeface="DejaVu Sans"/>
                <a:cs typeface="DejaVu Sans"/>
              </a:defRPr>
            </a:defPPr>
            <a:lvl1pPr>
              <a:defRPr sz="1500" b="0">
                <a:solidFill>
                  <a:srgbClr val="163447"/>
                </a:solidFill>
                <a:latin typeface="DejaVu Sans"/>
                <a:ea typeface="DejaVu Sans"/>
                <a:cs typeface="DejaVu Sans"/>
              </a:defRPr>
            </a:lvl1pPr>
            <a:lvl2pPr>
              <a:defRPr sz="1500" b="0">
                <a:solidFill>
                  <a:srgbClr val="163447"/>
                </a:solidFill>
                <a:latin typeface="DejaVu Sans"/>
                <a:ea typeface="DejaVu Sans"/>
                <a:cs typeface="DejaVu Sans"/>
              </a:defRPr>
            </a:lvl2pPr>
            <a:lvl3pPr>
              <a:defRPr sz="1500" b="0">
                <a:solidFill>
                  <a:srgbClr val="163447"/>
                </a:solidFill>
                <a:latin typeface="DejaVu Sans"/>
                <a:ea typeface="DejaVu Sans"/>
                <a:cs typeface="DejaVu Sans"/>
              </a:defRPr>
            </a:lvl3pPr>
            <a:lvl4pPr>
              <a:defRPr sz="1500" b="0">
                <a:solidFill>
                  <a:srgbClr val="163447"/>
                </a:solidFill>
                <a:latin typeface="DejaVu Sans"/>
                <a:ea typeface="DejaVu Sans"/>
                <a:cs typeface="DejaVu Sans"/>
              </a:defRPr>
            </a:lvl4pPr>
            <a:lvl5pPr>
              <a:defRPr sz="1500" b="0">
                <a:solidFill>
                  <a:srgbClr val="163447"/>
                </a:solidFill>
                <a:latin typeface="DejaVu Sans"/>
                <a:ea typeface="DejaVu Sans"/>
                <a:cs typeface="DejaVu Sans"/>
              </a:defRPr>
            </a:lvl5pPr>
            <a:lvl6pPr>
              <a:defRPr sz="1500" b="0">
                <a:solidFill>
                  <a:srgbClr val="163447"/>
                </a:solidFill>
                <a:latin typeface="DejaVu Sans"/>
                <a:ea typeface="DejaVu Sans"/>
                <a:cs typeface="DejaVu Sans"/>
              </a:defRPr>
            </a:lvl6pPr>
            <a:lvl7pPr>
              <a:defRPr sz="1500" b="0">
                <a:solidFill>
                  <a:srgbClr val="163447"/>
                </a:solidFill>
                <a:latin typeface="DejaVu Sans"/>
                <a:ea typeface="DejaVu Sans"/>
                <a:cs typeface="DejaVu Sans"/>
              </a:defRPr>
            </a:lvl7pPr>
            <a:lvl8pPr>
              <a:defRPr sz="1500" b="0">
                <a:solidFill>
                  <a:srgbClr val="163447"/>
                </a:solidFill>
                <a:latin typeface="DejaVu Sans"/>
                <a:ea typeface="DejaVu Sans"/>
                <a:cs typeface="DejaVu Sans"/>
              </a:defRPr>
            </a:lvl8pPr>
            <a:lvl9pPr>
              <a:defRPr sz="1500" b="0">
                <a:solidFill>
                  <a:srgbClr val="163447"/>
                </a:solidFill>
                <a:latin typeface="DejaVu Sans"/>
                <a:ea typeface="DejaVu Sans"/>
                <a:cs typeface="DejaVu Sans"/>
              </a:defRPr>
            </a:lvl9pPr>
          </a:lstStyle>
          <a:p xmlns:a="http://schemas.openxmlformats.org/drawingml/2006/main">
            <a:pPr>
              <a:defRPr sz="1500" b="0">
                <a:solidFill>
                  <a:srgbClr val="163447"/>
                </a:solidFill>
                <a:latin typeface="DejaVu Sans"/>
                <a:ea typeface="DejaVu Sans"/>
                <a:cs typeface="DejaVu Sans"/>
              </a:defRPr>
            </a:pPr>
            <a:r>
              <a:rPr sz="1500" b="0">
                <a:solidFill>
                  <a:srgbClr val="163447"/>
                </a:solidFill>
                <a:latin typeface="DejaVu Sans"/>
                <a:ea typeface="DejaVu Sans"/>
                <a:cs typeface="DejaVu Sans"/>
              </a:rPr>
              <a:t>0..*</a:t>
            </a:r>
          </a:p>
        </p:txBody>
      </p:sp>
      <p:sp>
        <p:nvSpPr>
          <p:cNvPr id="33" name="texto-32">
            <a:extLst xmlns:a="http://schemas.openxmlformats.org/drawingml/2006/main">
              <a:ext uri="{FF2B5EF4-FFF2-40B4-BE49-F238E27FC236}">
                <a16:creationId xmlns:a16="http://schemas.microsoft.com/office/drawing/2014/main" id="{EBD60134-629E-472E-B423-F98234DB769F}"/>
              </a:ext>
            </a:extLst>
          </p:cNvPr>
          <p:cNvSpPr>
            <a:spLocks xmlns:a="http://schemas.openxmlformats.org/drawingml/2006/main" noGrp="1"/>
          </p:cNvSpPr>
          <p:nvPr/>
        </p:nvSpPr>
        <p:spPr>
          <a:xfrm xmlns:a="http://schemas.openxmlformats.org/drawingml/2006/main">
            <a:off x="9620250" y="4476750"/>
            <a:ext cx="666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275" b="0">
                <a:solidFill>
                  <a:srgbClr val="163447"/>
                </a:solidFill>
                <a:latin typeface="DejaVu Sans"/>
                <a:ea typeface="DejaVu Sans"/>
                <a:cs typeface="DejaVu Sans"/>
              </a:defRPr>
            </a:defPPr>
            <a:lvl1pPr>
              <a:defRPr sz="1275" b="0">
                <a:solidFill>
                  <a:srgbClr val="163447"/>
                </a:solidFill>
                <a:latin typeface="DejaVu Sans"/>
                <a:ea typeface="DejaVu Sans"/>
                <a:cs typeface="DejaVu Sans"/>
              </a:defRPr>
            </a:lvl1pPr>
            <a:lvl2pPr>
              <a:defRPr sz="1275" b="0">
                <a:solidFill>
                  <a:srgbClr val="163447"/>
                </a:solidFill>
                <a:latin typeface="DejaVu Sans"/>
                <a:ea typeface="DejaVu Sans"/>
                <a:cs typeface="DejaVu Sans"/>
              </a:defRPr>
            </a:lvl2pPr>
            <a:lvl3pPr>
              <a:defRPr sz="1275" b="0">
                <a:solidFill>
                  <a:srgbClr val="163447"/>
                </a:solidFill>
                <a:latin typeface="DejaVu Sans"/>
                <a:ea typeface="DejaVu Sans"/>
                <a:cs typeface="DejaVu Sans"/>
              </a:defRPr>
            </a:lvl3pPr>
            <a:lvl4pPr>
              <a:defRPr sz="1275" b="0">
                <a:solidFill>
                  <a:srgbClr val="163447"/>
                </a:solidFill>
                <a:latin typeface="DejaVu Sans"/>
                <a:ea typeface="DejaVu Sans"/>
                <a:cs typeface="DejaVu Sans"/>
              </a:defRPr>
            </a:lvl4pPr>
            <a:lvl5pPr>
              <a:defRPr sz="1275" b="0">
                <a:solidFill>
                  <a:srgbClr val="163447"/>
                </a:solidFill>
                <a:latin typeface="DejaVu Sans"/>
                <a:ea typeface="DejaVu Sans"/>
                <a:cs typeface="DejaVu Sans"/>
              </a:defRPr>
            </a:lvl5pPr>
            <a:lvl6pPr>
              <a:defRPr sz="1275" b="0">
                <a:solidFill>
                  <a:srgbClr val="163447"/>
                </a:solidFill>
                <a:latin typeface="DejaVu Sans"/>
                <a:ea typeface="DejaVu Sans"/>
                <a:cs typeface="DejaVu Sans"/>
              </a:defRPr>
            </a:lvl6pPr>
            <a:lvl7pPr>
              <a:defRPr sz="1275" b="0">
                <a:solidFill>
                  <a:srgbClr val="163447"/>
                </a:solidFill>
                <a:latin typeface="DejaVu Sans"/>
                <a:ea typeface="DejaVu Sans"/>
                <a:cs typeface="DejaVu Sans"/>
              </a:defRPr>
            </a:lvl7pPr>
            <a:lvl8pPr>
              <a:defRPr sz="1275" b="0">
                <a:solidFill>
                  <a:srgbClr val="163447"/>
                </a:solidFill>
                <a:latin typeface="DejaVu Sans"/>
                <a:ea typeface="DejaVu Sans"/>
                <a:cs typeface="DejaVu Sans"/>
              </a:defRPr>
            </a:lvl8pPr>
            <a:lvl9pPr>
              <a:defRPr sz="1275" b="0">
                <a:solidFill>
                  <a:srgbClr val="163447"/>
                </a:solidFill>
                <a:latin typeface="DejaVu Sans"/>
                <a:ea typeface="DejaVu Sans"/>
                <a:cs typeface="DejaVu Sans"/>
              </a:defRPr>
            </a:lvl9pPr>
          </a:lstStyle>
          <a:p xmlns:a="http://schemas.openxmlformats.org/drawingml/2006/main">
            <a:pPr>
              <a:defRPr sz="1275" b="0">
                <a:solidFill>
                  <a:srgbClr val="163447"/>
                </a:solidFill>
                <a:latin typeface="DejaVu Sans"/>
                <a:ea typeface="DejaVu Sans"/>
                <a:cs typeface="DejaVu Sans"/>
              </a:defRPr>
            </a:pPr>
            <a:r>
              <a:rPr sz="1275" b="0">
                <a:solidFill>
                  <a:srgbClr val="163447"/>
                </a:solidFill>
                <a:latin typeface="DejaVu Sans"/>
                <a:ea typeface="DejaVu Sans"/>
                <a:cs typeface="DejaVu Sans"/>
              </a:rPr>
              <a:t>0..*</a:t>
            </a:r>
          </a:p>
        </p:txBody>
      </p:sp>
      <p:sp>
        <p:nvSpPr>
          <p:cNvPr id="34" name="texto-33">
            <a:extLst xmlns:a="http://schemas.openxmlformats.org/drawingml/2006/main">
              <a:ext uri="{FF2B5EF4-FFF2-40B4-BE49-F238E27FC236}">
                <a16:creationId xmlns:a16="http://schemas.microsoft.com/office/drawing/2014/main" id="{8A35EC11-4C10-48D8-9052-C930E21C170A}"/>
              </a:ext>
            </a:extLst>
          </p:cNvPr>
          <p:cNvSpPr>
            <a:spLocks xmlns:a="http://schemas.openxmlformats.org/drawingml/2006/main" noGrp="1"/>
          </p:cNvSpPr>
          <p:nvPr/>
        </p:nvSpPr>
        <p:spPr>
          <a:xfrm xmlns:a="http://schemas.openxmlformats.org/drawingml/2006/main">
            <a:off x="9620250" y="4686300"/>
            <a:ext cx="381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275" b="0">
                <a:solidFill>
                  <a:srgbClr val="163447"/>
                </a:solidFill>
                <a:latin typeface="DejaVu Sans"/>
                <a:ea typeface="DejaVu Sans"/>
                <a:cs typeface="DejaVu Sans"/>
              </a:defRPr>
            </a:defPPr>
            <a:lvl1pPr>
              <a:defRPr sz="1275" b="0">
                <a:solidFill>
                  <a:srgbClr val="163447"/>
                </a:solidFill>
                <a:latin typeface="DejaVu Sans"/>
                <a:ea typeface="DejaVu Sans"/>
                <a:cs typeface="DejaVu Sans"/>
              </a:defRPr>
            </a:lvl1pPr>
            <a:lvl2pPr>
              <a:defRPr sz="1275" b="0">
                <a:solidFill>
                  <a:srgbClr val="163447"/>
                </a:solidFill>
                <a:latin typeface="DejaVu Sans"/>
                <a:ea typeface="DejaVu Sans"/>
                <a:cs typeface="DejaVu Sans"/>
              </a:defRPr>
            </a:lvl2pPr>
            <a:lvl3pPr>
              <a:defRPr sz="1275" b="0">
                <a:solidFill>
                  <a:srgbClr val="163447"/>
                </a:solidFill>
                <a:latin typeface="DejaVu Sans"/>
                <a:ea typeface="DejaVu Sans"/>
                <a:cs typeface="DejaVu Sans"/>
              </a:defRPr>
            </a:lvl3pPr>
            <a:lvl4pPr>
              <a:defRPr sz="1275" b="0">
                <a:solidFill>
                  <a:srgbClr val="163447"/>
                </a:solidFill>
                <a:latin typeface="DejaVu Sans"/>
                <a:ea typeface="DejaVu Sans"/>
                <a:cs typeface="DejaVu Sans"/>
              </a:defRPr>
            </a:lvl4pPr>
            <a:lvl5pPr>
              <a:defRPr sz="1275" b="0">
                <a:solidFill>
                  <a:srgbClr val="163447"/>
                </a:solidFill>
                <a:latin typeface="DejaVu Sans"/>
                <a:ea typeface="DejaVu Sans"/>
                <a:cs typeface="DejaVu Sans"/>
              </a:defRPr>
            </a:lvl5pPr>
            <a:lvl6pPr>
              <a:defRPr sz="1275" b="0">
                <a:solidFill>
                  <a:srgbClr val="163447"/>
                </a:solidFill>
                <a:latin typeface="DejaVu Sans"/>
                <a:ea typeface="DejaVu Sans"/>
                <a:cs typeface="DejaVu Sans"/>
              </a:defRPr>
            </a:lvl6pPr>
            <a:lvl7pPr>
              <a:defRPr sz="1275" b="0">
                <a:solidFill>
                  <a:srgbClr val="163447"/>
                </a:solidFill>
                <a:latin typeface="DejaVu Sans"/>
                <a:ea typeface="DejaVu Sans"/>
                <a:cs typeface="DejaVu Sans"/>
              </a:defRPr>
            </a:lvl7pPr>
            <a:lvl8pPr>
              <a:defRPr sz="1275" b="0">
                <a:solidFill>
                  <a:srgbClr val="163447"/>
                </a:solidFill>
                <a:latin typeface="DejaVu Sans"/>
                <a:ea typeface="DejaVu Sans"/>
                <a:cs typeface="DejaVu Sans"/>
              </a:defRPr>
            </a:lvl8pPr>
            <a:lvl9pPr>
              <a:defRPr sz="1275" b="0">
                <a:solidFill>
                  <a:srgbClr val="163447"/>
                </a:solidFill>
                <a:latin typeface="DejaVu Sans"/>
                <a:ea typeface="DejaVu Sans"/>
                <a:cs typeface="DejaVu Sans"/>
              </a:defRPr>
            </a:lvl9pPr>
          </a:lstStyle>
          <a:p xmlns:a="http://schemas.openxmlformats.org/drawingml/2006/main">
            <a:pPr>
              <a:defRPr sz="1275" b="0">
                <a:solidFill>
                  <a:srgbClr val="163447"/>
                </a:solidFill>
                <a:latin typeface="DejaVu Sans"/>
                <a:ea typeface="DejaVu Sans"/>
                <a:cs typeface="DejaVu Sans"/>
              </a:defRPr>
            </a:pPr>
            <a:r>
              <a:rPr sz="1275" b="0">
                <a:solidFill>
                  <a:srgbClr val="163447"/>
                </a:solidFill>
                <a:latin typeface="DejaVu Sans"/>
                <a:ea typeface="DejaVu Sans"/>
                <a:cs typeface="DejaVu Sans"/>
              </a:rPr>
              <a:t>1</a:t>
            </a:r>
          </a:p>
        </p:txBody>
      </p:sp>
    </p:spTree>
    <p:extLst>
      <p:ext uri="{BB962C8B-B14F-4D97-AF65-F5344CB8AC3E}">
        <p14:creationId xmlns:p14="http://schemas.microsoft.com/office/powerpoint/2010/main" val="127532707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texto-0">
            <a:extLst xmlns:a="http://schemas.openxmlformats.org/drawingml/2006/main">
              <a:ext uri="{FF2B5EF4-FFF2-40B4-BE49-F238E27FC236}">
                <a16:creationId xmlns:a16="http://schemas.microsoft.com/office/drawing/2014/main" id="{5571107F-8B7F-447E-9C46-B51A57263252}"/>
              </a:ext>
            </a:extLst>
          </p:cNvPr>
          <p:cNvSpPr>
            <a:spLocks xmlns:a="http://schemas.openxmlformats.org/drawingml/2006/main" noGrp="1"/>
          </p:cNvSpPr>
          <p:nvPr/>
        </p:nvSpPr>
        <p:spPr>
          <a:xfrm xmlns:a="http://schemas.openxmlformats.org/drawingml/2006/main">
            <a:off x="609600" y="400050"/>
            <a:ext cx="109728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300" b="1">
                <a:solidFill>
                  <a:srgbClr val="163447"/>
                </a:solidFill>
                <a:latin typeface="DejaVu Sans"/>
                <a:ea typeface="DejaVu Sans"/>
                <a:cs typeface="DejaVu Sans"/>
              </a:defRPr>
            </a:defPPr>
            <a:lvl1pPr>
              <a:defRPr sz="3300" b="1">
                <a:solidFill>
                  <a:srgbClr val="163447"/>
                </a:solidFill>
                <a:latin typeface="DejaVu Sans"/>
                <a:ea typeface="DejaVu Sans"/>
                <a:cs typeface="DejaVu Sans"/>
              </a:defRPr>
            </a:lvl1pPr>
            <a:lvl2pPr>
              <a:defRPr sz="3300" b="1">
                <a:solidFill>
                  <a:srgbClr val="163447"/>
                </a:solidFill>
                <a:latin typeface="DejaVu Sans"/>
                <a:ea typeface="DejaVu Sans"/>
                <a:cs typeface="DejaVu Sans"/>
              </a:defRPr>
            </a:lvl2pPr>
            <a:lvl3pPr>
              <a:defRPr sz="3300" b="1">
                <a:solidFill>
                  <a:srgbClr val="163447"/>
                </a:solidFill>
                <a:latin typeface="DejaVu Sans"/>
                <a:ea typeface="DejaVu Sans"/>
                <a:cs typeface="DejaVu Sans"/>
              </a:defRPr>
            </a:lvl3pPr>
            <a:lvl4pPr>
              <a:defRPr sz="3300" b="1">
                <a:solidFill>
                  <a:srgbClr val="163447"/>
                </a:solidFill>
                <a:latin typeface="DejaVu Sans"/>
                <a:ea typeface="DejaVu Sans"/>
                <a:cs typeface="DejaVu Sans"/>
              </a:defRPr>
            </a:lvl4pPr>
            <a:lvl5pPr>
              <a:defRPr sz="3300" b="1">
                <a:solidFill>
                  <a:srgbClr val="163447"/>
                </a:solidFill>
                <a:latin typeface="DejaVu Sans"/>
                <a:ea typeface="DejaVu Sans"/>
                <a:cs typeface="DejaVu Sans"/>
              </a:defRPr>
            </a:lvl5pPr>
            <a:lvl6pPr>
              <a:defRPr sz="3300" b="1">
                <a:solidFill>
                  <a:srgbClr val="163447"/>
                </a:solidFill>
                <a:latin typeface="DejaVu Sans"/>
                <a:ea typeface="DejaVu Sans"/>
                <a:cs typeface="DejaVu Sans"/>
              </a:defRPr>
            </a:lvl6pPr>
            <a:lvl7pPr>
              <a:defRPr sz="3300" b="1">
                <a:solidFill>
                  <a:srgbClr val="163447"/>
                </a:solidFill>
                <a:latin typeface="DejaVu Sans"/>
                <a:ea typeface="DejaVu Sans"/>
                <a:cs typeface="DejaVu Sans"/>
              </a:defRPr>
            </a:lvl7pPr>
            <a:lvl8pPr>
              <a:defRPr sz="3300" b="1">
                <a:solidFill>
                  <a:srgbClr val="163447"/>
                </a:solidFill>
                <a:latin typeface="DejaVu Sans"/>
                <a:ea typeface="DejaVu Sans"/>
                <a:cs typeface="DejaVu Sans"/>
              </a:defRPr>
            </a:lvl8pPr>
            <a:lvl9pPr>
              <a:defRPr sz="3300" b="1">
                <a:solidFill>
                  <a:srgbClr val="163447"/>
                </a:solidFill>
                <a:latin typeface="DejaVu Sans"/>
                <a:ea typeface="DejaVu Sans"/>
                <a:cs typeface="DejaVu Sans"/>
              </a:defRPr>
            </a:lvl9pPr>
          </a:lstStyle>
          <a:p xmlns:a="http://schemas.openxmlformats.org/drawingml/2006/main">
            <a:pPr>
              <a:defRPr sz="3300" b="1">
                <a:solidFill>
                  <a:srgbClr val="163447"/>
                </a:solidFill>
                <a:latin typeface="DejaVu Sans"/>
                <a:ea typeface="DejaVu Sans"/>
                <a:cs typeface="DejaVu Sans"/>
              </a:defRPr>
            </a:pPr>
            <a:r>
              <a:rPr sz="3300" b="1">
                <a:solidFill>
                  <a:srgbClr val="163447"/>
                </a:solidFill>
                <a:latin typeface="DejaVu Sans"/>
                <a:ea typeface="DejaVu Sans"/>
                <a:cs typeface="DejaVu Sans"/>
              </a:rPr>
              <a:t>Dos alternativas de estructuras y algoritmos</a:t>
            </a:r>
          </a:p>
        </p:txBody>
      </p:sp>
      <p:sp>
        <p:nvSpPr>
          <p:cNvPr id="2" name="texto-1">
            <a:extLst xmlns:a="http://schemas.openxmlformats.org/drawingml/2006/main">
              <a:ext uri="{FF2B5EF4-FFF2-40B4-BE49-F238E27FC236}">
                <a16:creationId xmlns:a16="http://schemas.microsoft.com/office/drawing/2014/main" id="{6C13C6C9-2393-43B9-BD41-479FAE4C1686}"/>
              </a:ext>
            </a:extLst>
          </p:cNvPr>
          <p:cNvSpPr>
            <a:spLocks xmlns:a="http://schemas.openxmlformats.org/drawingml/2006/main" noGrp="1"/>
          </p:cNvSpPr>
          <p:nvPr/>
        </p:nvSpPr>
        <p:spPr>
          <a:xfrm xmlns:a="http://schemas.openxmlformats.org/drawingml/2006/main">
            <a:off x="609600" y="64960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125" b="0">
                <a:solidFill>
                  <a:srgbClr val="52636D"/>
                </a:solidFill>
                <a:latin typeface="DejaVu Sans"/>
                <a:ea typeface="DejaVu Sans"/>
                <a:cs typeface="DejaVu Sans"/>
              </a:defRPr>
            </a:defPPr>
            <a:lvl1pPr>
              <a:defRPr sz="1125" b="0">
                <a:solidFill>
                  <a:srgbClr val="52636D"/>
                </a:solidFill>
                <a:latin typeface="DejaVu Sans"/>
                <a:ea typeface="DejaVu Sans"/>
                <a:cs typeface="DejaVu Sans"/>
              </a:defRPr>
            </a:lvl1pPr>
            <a:lvl2pPr>
              <a:defRPr sz="1125" b="0">
                <a:solidFill>
                  <a:srgbClr val="52636D"/>
                </a:solidFill>
                <a:latin typeface="DejaVu Sans"/>
                <a:ea typeface="DejaVu Sans"/>
                <a:cs typeface="DejaVu Sans"/>
              </a:defRPr>
            </a:lvl2pPr>
            <a:lvl3pPr>
              <a:defRPr sz="1125" b="0">
                <a:solidFill>
                  <a:srgbClr val="52636D"/>
                </a:solidFill>
                <a:latin typeface="DejaVu Sans"/>
                <a:ea typeface="DejaVu Sans"/>
                <a:cs typeface="DejaVu Sans"/>
              </a:defRPr>
            </a:lvl3pPr>
            <a:lvl4pPr>
              <a:defRPr sz="1125" b="0">
                <a:solidFill>
                  <a:srgbClr val="52636D"/>
                </a:solidFill>
                <a:latin typeface="DejaVu Sans"/>
                <a:ea typeface="DejaVu Sans"/>
                <a:cs typeface="DejaVu Sans"/>
              </a:defRPr>
            </a:lvl4pPr>
            <a:lvl5pPr>
              <a:defRPr sz="1125" b="0">
                <a:solidFill>
                  <a:srgbClr val="52636D"/>
                </a:solidFill>
                <a:latin typeface="DejaVu Sans"/>
                <a:ea typeface="DejaVu Sans"/>
                <a:cs typeface="DejaVu Sans"/>
              </a:defRPr>
            </a:lvl5pPr>
            <a:lvl6pPr>
              <a:defRPr sz="1125" b="0">
                <a:solidFill>
                  <a:srgbClr val="52636D"/>
                </a:solidFill>
                <a:latin typeface="DejaVu Sans"/>
                <a:ea typeface="DejaVu Sans"/>
                <a:cs typeface="DejaVu Sans"/>
              </a:defRPr>
            </a:lvl6pPr>
            <a:lvl7pPr>
              <a:defRPr sz="1125" b="0">
                <a:solidFill>
                  <a:srgbClr val="52636D"/>
                </a:solidFill>
                <a:latin typeface="DejaVu Sans"/>
                <a:ea typeface="DejaVu Sans"/>
                <a:cs typeface="DejaVu Sans"/>
              </a:defRPr>
            </a:lvl7pPr>
            <a:lvl8pPr>
              <a:defRPr sz="1125" b="0">
                <a:solidFill>
                  <a:srgbClr val="52636D"/>
                </a:solidFill>
                <a:latin typeface="DejaVu Sans"/>
                <a:ea typeface="DejaVu Sans"/>
                <a:cs typeface="DejaVu Sans"/>
              </a:defRPr>
            </a:lvl8pPr>
            <a:lvl9pPr>
              <a:defRPr sz="1125" b="0">
                <a:solidFill>
                  <a:srgbClr val="52636D"/>
                </a:solidFill>
                <a:latin typeface="DejaVu Sans"/>
                <a:ea typeface="DejaVu Sans"/>
                <a:cs typeface="DejaVu Sans"/>
              </a:defRPr>
            </a:lvl9pPr>
          </a:lstStyle>
          <a:p xmlns:a="http://schemas.openxmlformats.org/drawingml/2006/main">
            <a:pPr>
              <a:defRPr sz="1125" b="0">
                <a:solidFill>
                  <a:srgbClr val="52636D"/>
                </a:solidFill>
                <a:latin typeface="DejaVu Sans"/>
                <a:ea typeface="DejaVu Sans"/>
                <a:cs typeface="DejaVu Sans"/>
              </a:defRPr>
            </a:pPr>
            <a:r>
              <a:rPr sz="1125" b="0">
                <a:solidFill>
                  <a:srgbClr val="52636D"/>
                </a:solidFill>
                <a:latin typeface="DejaVu Sans"/>
                <a:ea typeface="DejaVu Sans"/>
                <a:cs typeface="DejaVu Sans"/>
              </a:rPr>
              <a:t>Dizeo   Programación III   Progreso 1</a:t>
            </a:r>
          </a:p>
        </p:txBody>
      </p:sp>
      <p:sp>
        <p:nvSpPr>
          <p:cNvPr id="3" name="texto-2">
            <a:extLst xmlns:a="http://schemas.openxmlformats.org/drawingml/2006/main">
              <a:ext uri="{FF2B5EF4-FFF2-40B4-BE49-F238E27FC236}">
                <a16:creationId xmlns:a16="http://schemas.microsoft.com/office/drawing/2014/main" id="{C62D54B3-98A1-4747-82BE-5D84DA5D9217}"/>
              </a:ext>
            </a:extLst>
          </p:cNvPr>
          <p:cNvSpPr>
            <a:spLocks xmlns:a="http://schemas.openxmlformats.org/drawingml/2006/main" noGrp="1"/>
          </p:cNvSpPr>
          <p:nvPr/>
        </p:nvSpPr>
        <p:spPr>
          <a:xfrm xmlns:a="http://schemas.openxmlformats.org/drawingml/2006/main">
            <a:off x="11239500" y="649605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125" b="0">
                <a:solidFill>
                  <a:srgbClr val="52636D"/>
                </a:solidFill>
                <a:latin typeface="DejaVu Sans"/>
                <a:ea typeface="DejaVu Sans"/>
                <a:cs typeface="DejaVu Sans"/>
              </a:defRPr>
            </a:defPPr>
            <a:lvl1pPr>
              <a:defRPr sz="1125" b="0">
                <a:solidFill>
                  <a:srgbClr val="52636D"/>
                </a:solidFill>
                <a:latin typeface="DejaVu Sans"/>
                <a:ea typeface="DejaVu Sans"/>
                <a:cs typeface="DejaVu Sans"/>
              </a:defRPr>
            </a:lvl1pPr>
            <a:lvl2pPr>
              <a:defRPr sz="1125" b="0">
                <a:solidFill>
                  <a:srgbClr val="52636D"/>
                </a:solidFill>
                <a:latin typeface="DejaVu Sans"/>
                <a:ea typeface="DejaVu Sans"/>
                <a:cs typeface="DejaVu Sans"/>
              </a:defRPr>
            </a:lvl2pPr>
            <a:lvl3pPr>
              <a:defRPr sz="1125" b="0">
                <a:solidFill>
                  <a:srgbClr val="52636D"/>
                </a:solidFill>
                <a:latin typeface="DejaVu Sans"/>
                <a:ea typeface="DejaVu Sans"/>
                <a:cs typeface="DejaVu Sans"/>
              </a:defRPr>
            </a:lvl3pPr>
            <a:lvl4pPr>
              <a:defRPr sz="1125" b="0">
                <a:solidFill>
                  <a:srgbClr val="52636D"/>
                </a:solidFill>
                <a:latin typeface="DejaVu Sans"/>
                <a:ea typeface="DejaVu Sans"/>
                <a:cs typeface="DejaVu Sans"/>
              </a:defRPr>
            </a:lvl4pPr>
            <a:lvl5pPr>
              <a:defRPr sz="1125" b="0">
                <a:solidFill>
                  <a:srgbClr val="52636D"/>
                </a:solidFill>
                <a:latin typeface="DejaVu Sans"/>
                <a:ea typeface="DejaVu Sans"/>
                <a:cs typeface="DejaVu Sans"/>
              </a:defRPr>
            </a:lvl5pPr>
            <a:lvl6pPr>
              <a:defRPr sz="1125" b="0">
                <a:solidFill>
                  <a:srgbClr val="52636D"/>
                </a:solidFill>
                <a:latin typeface="DejaVu Sans"/>
                <a:ea typeface="DejaVu Sans"/>
                <a:cs typeface="DejaVu Sans"/>
              </a:defRPr>
            </a:lvl6pPr>
            <a:lvl7pPr>
              <a:defRPr sz="1125" b="0">
                <a:solidFill>
                  <a:srgbClr val="52636D"/>
                </a:solidFill>
                <a:latin typeface="DejaVu Sans"/>
                <a:ea typeface="DejaVu Sans"/>
                <a:cs typeface="DejaVu Sans"/>
              </a:defRPr>
            </a:lvl7pPr>
            <a:lvl8pPr>
              <a:defRPr sz="1125" b="0">
                <a:solidFill>
                  <a:srgbClr val="52636D"/>
                </a:solidFill>
                <a:latin typeface="DejaVu Sans"/>
                <a:ea typeface="DejaVu Sans"/>
                <a:cs typeface="DejaVu Sans"/>
              </a:defRPr>
            </a:lvl8pPr>
            <a:lvl9pPr>
              <a:defRPr sz="1125" b="0">
                <a:solidFill>
                  <a:srgbClr val="52636D"/>
                </a:solidFill>
                <a:latin typeface="DejaVu Sans"/>
                <a:ea typeface="DejaVu Sans"/>
                <a:cs typeface="DejaVu Sans"/>
              </a:defRPr>
            </a:lvl9pPr>
          </a:lstStyle>
          <a:p xmlns:a="http://schemas.openxmlformats.org/drawingml/2006/main">
            <a:pPr>
              <a:defRPr sz="1125" b="0">
                <a:solidFill>
                  <a:srgbClr val="52636D"/>
                </a:solidFill>
                <a:latin typeface="DejaVu Sans"/>
                <a:ea typeface="DejaVu Sans"/>
                <a:cs typeface="DejaVu Sans"/>
              </a:defRPr>
            </a:pPr>
            <a:r>
              <a:rPr sz="1125" b="0">
                <a:solidFill>
                  <a:srgbClr val="52636D"/>
                </a:solidFill>
                <a:latin typeface="DejaVu Sans"/>
                <a:ea typeface="DejaVu Sans"/>
                <a:cs typeface="DejaVu Sans"/>
              </a:rPr>
              <a:t>6</a:t>
            </a:r>
          </a:p>
        </p:txBody>
      </p:sp>
      <p:graphicFrame>
        <p:nvGraphicFramePr>
          <p:cNvPr id="4" name="">
            <a:extLst xmlns:a="http://schemas.openxmlformats.org/drawingml/2006/main">
              <a:ext uri="{FF2B5EF4-FFF2-40B4-BE49-F238E27FC236}">
                <a16:creationId xmlns:a16="http://schemas.microsoft.com/office/drawing/2014/main" id="{095AEDC4-85DF-42A2-85CF-30714CC87264}"/>
              </a:ext>
            </a:extLst>
          </p:cNvPr>
          <p:cNvGraphicFramePr/>
          <p:nvPr/>
        </p:nvGraphicFramePr>
        <p:xfrm>
          <a:off xmlns:a="http://schemas.openxmlformats.org/drawingml/2006/main" x="609600" y="1428750"/>
          <a:ext xmlns:a="http://schemas.openxmlformats.org/drawingml/2006/main" cx="10972800" cy="4191000"/>
        </p:xfrm>
        <a:graphic xmlns:a="http://schemas.openxmlformats.org/drawingml/2006/main">
          <a:graphicData uri="http://schemas.openxmlformats.org/drawingml/2006/table">
            <a:tbl>
              <a:tblPr/>
              <a:tblGrid>
                <a:gridCol w="2381250"/>
                <a:gridCol w="4295775"/>
                <a:gridCol w="4295775"/>
              </a:tblGrid>
              <a:tr h="838200">
                <a:tc>
                  <a:txBody>
                    <a:bodyPr wrap="square" lIns="123825" tIns="85725" rIns="123825" bIns="85725">
                      <a:noAutofit/>
                    </a:bodyPr>
                    <a:lstStyle/>
                    <a:p>
                      <a:r>
                        <a:rPr sz="1800" b="1">
                          <a:solidFill>
                            <a:srgbClr val="FFFFFF"/>
                          </a:solidFill>
                          <a:latin typeface="DejaVu Sans"/>
                          <a:ea typeface="DejaVu Sans"/>
                          <a:cs typeface="DejaVu Sans"/>
                        </a:rPr>
                        <a:t>Componente</a:t>
                      </a:r>
                    </a:p>
                  </a:txBody>
                  <a:tcPr marL="91440" marR="91440" marT="45720" marB="45720" anchor="ctr">
                    <a:lnL w="9525">
                      <a:solidFill>
                        <a:srgbClr val="B9CCD1"/>
                      </a:solidFill>
                      <a:prstDash val="solid"/>
                    </a:lnL>
                    <a:lnR w="9525">
                      <a:solidFill>
                        <a:srgbClr val="B9CCD1"/>
                      </a:solidFill>
                      <a:prstDash val="solid"/>
                    </a:lnR>
                    <a:lnT w="9525">
                      <a:solidFill>
                        <a:srgbClr val="B9CCD1"/>
                      </a:solidFill>
                      <a:prstDash val="solid"/>
                    </a:lnT>
                    <a:lnB w="9525">
                      <a:solidFill>
                        <a:srgbClr val="B9CCD1"/>
                      </a:solidFill>
                      <a:prstDash val="solid"/>
                    </a:lnB>
                    <a:solidFill>
                      <a:srgbClr val="163447"/>
                    </a:solidFill>
                  </a:tcPr>
                </a:tc>
                <a:tc>
                  <a:txBody>
                    <a:bodyPr wrap="square" lIns="123825" tIns="85725" rIns="123825" bIns="85725">
                      <a:noAutofit/>
                    </a:bodyPr>
                    <a:lstStyle/>
                    <a:p>
                      <a:r>
                        <a:rPr sz="1800" b="1">
                          <a:solidFill>
                            <a:srgbClr val="FFFFFF"/>
                          </a:solidFill>
                          <a:latin typeface="DejaVu Sans"/>
                          <a:ea typeface="DejaVu Sans"/>
                          <a:cs typeface="DejaVu Sans"/>
                        </a:rPr>
                        <a:t>A   Listas</a:t>
                      </a:r>
                    </a:p>
                  </a:txBody>
                  <a:tcPr marL="91440" marR="91440" marT="45720" marB="45720" anchor="ctr">
                    <a:lnR w="9525">
                      <a:solidFill>
                        <a:srgbClr val="B9CCD1"/>
                      </a:solidFill>
                      <a:prstDash val="solid"/>
                    </a:lnR>
                    <a:lnT w="9525">
                      <a:solidFill>
                        <a:srgbClr val="B9CCD1"/>
                      </a:solidFill>
                      <a:prstDash val="solid"/>
                    </a:lnT>
                    <a:lnB w="9525">
                      <a:solidFill>
                        <a:srgbClr val="B9CCD1"/>
                      </a:solidFill>
                      <a:prstDash val="solid"/>
                    </a:lnB>
                    <a:solidFill>
                      <a:srgbClr val="163447"/>
                    </a:solidFill>
                  </a:tcPr>
                </a:tc>
                <a:tc>
                  <a:txBody>
                    <a:bodyPr wrap="square" lIns="123825" tIns="85725" rIns="123825" bIns="85725">
                      <a:noAutofit/>
                    </a:bodyPr>
                    <a:lstStyle/>
                    <a:p>
                      <a:r>
                        <a:rPr sz="1800" b="1">
                          <a:solidFill>
                            <a:srgbClr val="FFFFFF"/>
                          </a:solidFill>
                          <a:latin typeface="DejaVu Sans"/>
                          <a:ea typeface="DejaVu Sans"/>
                          <a:cs typeface="DejaVu Sans"/>
                        </a:rPr>
                        <a:t>B   Mapas y cola de prioridad</a:t>
                      </a:r>
                    </a:p>
                  </a:txBody>
                  <a:tcPr marL="91440" marR="91440" marT="45720" marB="45720" anchor="ctr">
                    <a:lnR w="9525">
                      <a:solidFill>
                        <a:srgbClr val="B9CCD1"/>
                      </a:solidFill>
                      <a:prstDash val="solid"/>
                    </a:lnR>
                    <a:lnT w="9525">
                      <a:solidFill>
                        <a:srgbClr val="B9CCD1"/>
                      </a:solidFill>
                      <a:prstDash val="solid"/>
                    </a:lnT>
                    <a:lnB w="9525">
                      <a:solidFill>
                        <a:srgbClr val="B9CCD1"/>
                      </a:solidFill>
                      <a:prstDash val="solid"/>
                    </a:lnB>
                    <a:solidFill>
                      <a:srgbClr val="163447"/>
                    </a:solidFill>
                  </a:tcPr>
                </a:tc>
              </a:tr>
              <a:tr h="838200">
                <a:tc>
                  <a:txBody>
                    <a:bodyPr wrap="square" lIns="123825" tIns="85725" rIns="123825" bIns="85725">
                      <a:noAutofit/>
                    </a:bodyPr>
                    <a:lstStyle/>
                    <a:p>
                      <a:r>
                        <a:rPr sz="1800" b="0">
                          <a:solidFill>
                            <a:srgbClr val="163447"/>
                          </a:solidFill>
                          <a:latin typeface="DejaVu Sans"/>
                          <a:ea typeface="DejaVu Sans"/>
                          <a:cs typeface="DejaVu Sans"/>
                        </a:rPr>
                        <a:t>Entidades</a:t>
                      </a:r>
                    </a:p>
                  </a:txBody>
                  <a:tcPr marL="91440" marR="91440" marT="45720" marB="45720" anchor="ctr">
                    <a:lnL w="9525">
                      <a:solidFill>
                        <a:srgbClr val="B9CCD1"/>
                      </a:solidFill>
                      <a:prstDash val="solid"/>
                    </a:lnL>
                    <a:lnR w="9525">
                      <a:solidFill>
                        <a:srgbClr val="B9CCD1"/>
                      </a:solidFill>
                      <a:prstDash val="solid"/>
                    </a:lnR>
                    <a:lnB w="9525">
                      <a:solidFill>
                        <a:srgbClr val="B9CCD1"/>
                      </a:solidFill>
                      <a:prstDash val="solid"/>
                    </a:lnB>
                    <a:solidFill>
                      <a:srgbClr val="FFFFFF"/>
                    </a:solidFill>
                  </a:tcPr>
                </a:tc>
                <a:tc>
                  <a:txBody>
                    <a:bodyPr wrap="square" lIns="123825" tIns="85725" rIns="123825" bIns="85725">
                      <a:noAutofit/>
                    </a:bodyPr>
                    <a:lstStyle/>
                    <a:p>
                      <a:r>
                        <a:rPr sz="1800" b="0">
                          <a:solidFill>
                            <a:srgbClr val="163447"/>
                          </a:solidFill>
                          <a:latin typeface="DejaVu Sans"/>
                          <a:ea typeface="DejaVu Sans"/>
                          <a:cs typeface="DejaVu Sans"/>
                        </a:rPr>
                        <a:t>ArrayList y búsqueda lineal.</a:t>
                      </a:r>
                    </a:p>
                  </a:txBody>
                  <a:tcPr marL="91440" marR="91440" marT="45720" marB="45720" anchor="ctr">
                    <a:lnR w="9525">
                      <a:solidFill>
                        <a:srgbClr val="B9CCD1"/>
                      </a:solidFill>
                      <a:prstDash val="solid"/>
                    </a:lnR>
                    <a:lnB w="9525">
                      <a:solidFill>
                        <a:srgbClr val="B9CCD1"/>
                      </a:solidFill>
                      <a:prstDash val="solid"/>
                    </a:lnB>
                    <a:solidFill>
                      <a:srgbClr val="FFFFFF"/>
                    </a:solidFill>
                  </a:tcPr>
                </a:tc>
                <a:tc>
                  <a:txBody>
                    <a:bodyPr wrap="square" lIns="123825" tIns="85725" rIns="123825" bIns="85725">
                      <a:noAutofit/>
                    </a:bodyPr>
                    <a:lstStyle/>
                    <a:p>
                      <a:r>
                        <a:rPr sz="1800" b="0">
                          <a:solidFill>
                            <a:srgbClr val="163447"/>
                          </a:solidFill>
                          <a:latin typeface="DejaVu Sans"/>
                          <a:ea typeface="DejaVu Sans"/>
                          <a:cs typeface="DejaVu Sans"/>
                        </a:rPr>
                        <a:t>HashMap por código.</a:t>
                      </a:r>
                    </a:p>
                  </a:txBody>
                  <a:tcPr marL="91440" marR="91440" marT="45720" marB="45720" anchor="ctr">
                    <a:lnR w="9525">
                      <a:solidFill>
                        <a:srgbClr val="B9CCD1"/>
                      </a:solidFill>
                      <a:prstDash val="solid"/>
                    </a:lnR>
                    <a:lnB w="9525">
                      <a:solidFill>
                        <a:srgbClr val="B9CCD1"/>
                      </a:solidFill>
                      <a:prstDash val="solid"/>
                    </a:lnB>
                    <a:solidFill>
                      <a:srgbClr val="FFFFFF"/>
                    </a:solidFill>
                  </a:tcPr>
                </a:tc>
              </a:tr>
              <a:tr h="838200">
                <a:tc>
                  <a:txBody>
                    <a:bodyPr wrap="square" lIns="123825" tIns="85725" rIns="123825" bIns="85725">
                      <a:noAutofit/>
                    </a:bodyPr>
                    <a:lstStyle/>
                    <a:p>
                      <a:r>
                        <a:rPr sz="1800" b="0">
                          <a:solidFill>
                            <a:srgbClr val="163447"/>
                          </a:solidFill>
                          <a:latin typeface="DejaVu Sans"/>
                          <a:ea typeface="DejaVu Sans"/>
                          <a:cs typeface="DejaVu Sans"/>
                        </a:rPr>
                        <a:t>Próxima pendiente</a:t>
                      </a:r>
                    </a:p>
                  </a:txBody>
                  <a:tcPr marL="91440" marR="91440" marT="45720" marB="45720" anchor="ctr">
                    <a:lnL w="9525">
                      <a:solidFill>
                        <a:srgbClr val="B9CCD1"/>
                      </a:solidFill>
                      <a:prstDash val="solid"/>
                    </a:lnL>
                    <a:lnR w="9525">
                      <a:solidFill>
                        <a:srgbClr val="B9CCD1"/>
                      </a:solidFill>
                      <a:prstDash val="solid"/>
                    </a:lnR>
                    <a:lnB w="9525">
                      <a:solidFill>
                        <a:srgbClr val="B9CCD1"/>
                      </a:solidFill>
                      <a:prstDash val="solid"/>
                    </a:lnB>
                    <a:solidFill>
                      <a:srgbClr val="EDF4F5"/>
                    </a:solidFill>
                  </a:tcPr>
                </a:tc>
                <a:tc>
                  <a:txBody>
                    <a:bodyPr wrap="square" lIns="123825" tIns="85725" rIns="123825" bIns="85725">
                      <a:noAutofit/>
                    </a:bodyPr>
                    <a:lstStyle/>
                    <a:p>
                      <a:r>
                        <a:rPr sz="1800" b="0">
                          <a:solidFill>
                            <a:srgbClr val="163447"/>
                          </a:solidFill>
                          <a:latin typeface="DejaVu Sans"/>
                          <a:ea typeface="DejaVu Sans"/>
                          <a:cs typeface="DejaVu Sans"/>
                        </a:rPr>
                        <a:t>Recorrido para seleccionar y retirar la de mayor prioridad.</a:t>
                      </a:r>
                    </a:p>
                  </a:txBody>
                  <a:tcPr marL="91440" marR="91440" marT="45720" marB="45720" anchor="ctr">
                    <a:lnR w="9525">
                      <a:solidFill>
                        <a:srgbClr val="B9CCD1"/>
                      </a:solidFill>
                      <a:prstDash val="solid"/>
                    </a:lnR>
                    <a:lnB w="9525">
                      <a:solidFill>
                        <a:srgbClr val="B9CCD1"/>
                      </a:solidFill>
                      <a:prstDash val="solid"/>
                    </a:lnB>
                    <a:solidFill>
                      <a:srgbClr val="EDF4F5"/>
                    </a:solidFill>
                  </a:tcPr>
                </a:tc>
                <a:tc>
                  <a:txBody>
                    <a:bodyPr wrap="square" lIns="123825" tIns="85725" rIns="123825" bIns="85725">
                      <a:noAutofit/>
                    </a:bodyPr>
                    <a:lstStyle/>
                    <a:p>
                      <a:r>
                        <a:rPr sz="1800" b="0">
                          <a:solidFill>
                            <a:srgbClr val="163447"/>
                          </a:solidFill>
                          <a:latin typeface="DejaVu Sans"/>
                          <a:ea typeface="DejaVu Sans"/>
                          <a:cs typeface="DejaVu Sans"/>
                        </a:rPr>
                        <a:t>PriorityQueue: peek y poll con comparador.</a:t>
                      </a:r>
                    </a:p>
                  </a:txBody>
                  <a:tcPr marL="91440" marR="91440" marT="45720" marB="45720" anchor="ctr">
                    <a:lnR w="9525">
                      <a:solidFill>
                        <a:srgbClr val="B9CCD1"/>
                      </a:solidFill>
                      <a:prstDash val="solid"/>
                    </a:lnR>
                    <a:lnB w="9525">
                      <a:solidFill>
                        <a:srgbClr val="B9CCD1"/>
                      </a:solidFill>
                      <a:prstDash val="solid"/>
                    </a:lnB>
                    <a:solidFill>
                      <a:srgbClr val="EDF4F5"/>
                    </a:solidFill>
                  </a:tcPr>
                </a:tc>
              </a:tr>
              <a:tr h="838200">
                <a:tc>
                  <a:txBody>
                    <a:bodyPr wrap="square" lIns="123825" tIns="85725" rIns="123825" bIns="85725">
                      <a:noAutofit/>
                    </a:bodyPr>
                    <a:lstStyle/>
                    <a:p>
                      <a:r>
                        <a:rPr sz="1800" b="0">
                          <a:solidFill>
                            <a:srgbClr val="163447"/>
                          </a:solidFill>
                          <a:latin typeface="DejaVu Sans"/>
                          <a:ea typeface="DejaVu Sans"/>
                          <a:cs typeface="DejaVu Sans"/>
                        </a:rPr>
                        <a:t>Listado ordenado</a:t>
                      </a:r>
                    </a:p>
                  </a:txBody>
                  <a:tcPr marL="91440" marR="91440" marT="45720" marB="45720" anchor="ctr">
                    <a:lnL w="9525">
                      <a:solidFill>
                        <a:srgbClr val="B9CCD1"/>
                      </a:solidFill>
                      <a:prstDash val="solid"/>
                    </a:lnL>
                    <a:lnR w="9525">
                      <a:solidFill>
                        <a:srgbClr val="B9CCD1"/>
                      </a:solidFill>
                      <a:prstDash val="solid"/>
                    </a:lnR>
                    <a:lnB w="9525">
                      <a:solidFill>
                        <a:srgbClr val="B9CCD1"/>
                      </a:solidFill>
                      <a:prstDash val="solid"/>
                    </a:lnB>
                    <a:solidFill>
                      <a:srgbClr val="FFFFFF"/>
                    </a:solidFill>
                  </a:tcPr>
                </a:tc>
                <a:tc>
                  <a:txBody>
                    <a:bodyPr wrap="square" lIns="123825" tIns="85725" rIns="123825" bIns="85725">
                      <a:noAutofit/>
                    </a:bodyPr>
                    <a:lstStyle/>
                    <a:p>
                      <a:r>
                        <a:rPr sz="1800" b="0">
                          <a:solidFill>
                            <a:srgbClr val="163447"/>
                          </a:solidFill>
                          <a:latin typeface="DejaVu Sans"/>
                          <a:ea typeface="DejaVu Sans"/>
                          <a:cs typeface="DejaVu Sans"/>
                        </a:rPr>
                        <a:t>Copia y ordenamiento por prioridad, fecha y código.</a:t>
                      </a:r>
                    </a:p>
                  </a:txBody>
                  <a:tcPr marL="91440" marR="91440" marT="45720" marB="45720" anchor="ctr">
                    <a:lnR w="9525">
                      <a:solidFill>
                        <a:srgbClr val="B9CCD1"/>
                      </a:solidFill>
                      <a:prstDash val="solid"/>
                    </a:lnR>
                    <a:lnB w="9525">
                      <a:solidFill>
                        <a:srgbClr val="B9CCD1"/>
                      </a:solidFill>
                      <a:prstDash val="solid"/>
                    </a:lnB>
                    <a:solidFill>
                      <a:srgbClr val="FFFFFF"/>
                    </a:solidFill>
                  </a:tcPr>
                </a:tc>
                <a:tc>
                  <a:txBody>
                    <a:bodyPr wrap="square" lIns="123825" tIns="85725" rIns="123825" bIns="85725">
                      <a:noAutofit/>
                    </a:bodyPr>
                    <a:lstStyle/>
                    <a:p>
                      <a:r>
                        <a:rPr sz="1800" b="0">
                          <a:solidFill>
                            <a:srgbClr val="163447"/>
                          </a:solidFill>
                          <a:latin typeface="DejaVu Sans"/>
                          <a:ea typeface="DejaVu Sans"/>
                          <a:cs typeface="DejaVu Sans"/>
                        </a:rPr>
                        <a:t>Copia de la cola y extracción ordenada.</a:t>
                      </a:r>
                    </a:p>
                  </a:txBody>
                  <a:tcPr marL="91440" marR="91440" marT="45720" marB="45720" anchor="ctr">
                    <a:lnR w="9525">
                      <a:solidFill>
                        <a:srgbClr val="B9CCD1"/>
                      </a:solidFill>
                      <a:prstDash val="solid"/>
                    </a:lnR>
                    <a:lnB w="9525">
                      <a:solidFill>
                        <a:srgbClr val="B9CCD1"/>
                      </a:solidFill>
                      <a:prstDash val="solid"/>
                    </a:lnB>
                    <a:solidFill>
                      <a:srgbClr val="FFFFFF"/>
                    </a:solidFill>
                  </a:tcPr>
                </a:tc>
              </a:tr>
              <a:tr h="838200">
                <a:tc>
                  <a:txBody>
                    <a:bodyPr wrap="square" lIns="123825" tIns="85725" rIns="123825" bIns="85725">
                      <a:noAutofit/>
                    </a:bodyPr>
                    <a:lstStyle/>
                    <a:p>
                      <a:r>
                        <a:rPr sz="1800" b="0">
                          <a:solidFill>
                            <a:srgbClr val="163447"/>
                          </a:solidFill>
                          <a:latin typeface="DejaVu Sans"/>
                          <a:ea typeface="DejaVu Sans"/>
                          <a:cs typeface="DejaVu Sans"/>
                        </a:rPr>
                        <a:t>Horarios</a:t>
                      </a:r>
                    </a:p>
                  </a:txBody>
                  <a:tcPr marL="91440" marR="91440" marT="45720" marB="45720" anchor="ctr">
                    <a:lnL w="9525">
                      <a:solidFill>
                        <a:srgbClr val="B9CCD1"/>
                      </a:solidFill>
                      <a:prstDash val="solid"/>
                    </a:lnL>
                    <a:lnR w="9525">
                      <a:solidFill>
                        <a:srgbClr val="B9CCD1"/>
                      </a:solidFill>
                      <a:prstDash val="solid"/>
                    </a:lnR>
                    <a:lnB w="9525">
                      <a:solidFill>
                        <a:srgbClr val="B9CCD1"/>
                      </a:solidFill>
                      <a:prstDash val="solid"/>
                    </a:lnB>
                    <a:solidFill>
                      <a:srgbClr val="EDF4F5"/>
                    </a:solidFill>
                  </a:tcPr>
                </a:tc>
                <a:tc>
                  <a:txBody>
                    <a:bodyPr wrap="square" lIns="123825" tIns="85725" rIns="123825" bIns="85725">
                      <a:noAutofit/>
                    </a:bodyPr>
                    <a:lstStyle/>
                    <a:p>
                      <a:r>
                        <a:rPr sz="1800" b="0">
                          <a:solidFill>
                            <a:srgbClr val="163447"/>
                          </a:solidFill>
                          <a:latin typeface="DejaVu Sans"/>
                          <a:ea typeface="DejaVu Sans"/>
                          <a:cs typeface="DejaVu Sans"/>
                        </a:rPr>
                        <a:t>Recorrido de asignaciones activas.</a:t>
                      </a:r>
                    </a:p>
                  </a:txBody>
                  <a:tcPr marL="91440" marR="91440" marT="45720" marB="45720" anchor="ctr">
                    <a:lnR w="9525">
                      <a:solidFill>
                        <a:srgbClr val="B9CCD1"/>
                      </a:solidFill>
                      <a:prstDash val="solid"/>
                    </a:lnR>
                    <a:lnB w="9525">
                      <a:solidFill>
                        <a:srgbClr val="B9CCD1"/>
                      </a:solidFill>
                      <a:prstDash val="solid"/>
                    </a:lnB>
                    <a:solidFill>
                      <a:srgbClr val="EDF4F5"/>
                    </a:solidFill>
                  </a:tcPr>
                </a:tc>
                <a:tc>
                  <a:txBody>
                    <a:bodyPr wrap="square" lIns="123825" tIns="85725" rIns="123825" bIns="85725">
                      <a:noAutofit/>
                    </a:bodyPr>
                    <a:lstStyle/>
                    <a:p>
                      <a:r>
                        <a:rPr sz="1800" b="0">
                          <a:solidFill>
                            <a:srgbClr val="163447"/>
                          </a:solidFill>
                          <a:latin typeface="DejaVu Sans"/>
                          <a:ea typeface="DejaVu Sans"/>
                          <a:cs typeface="DejaVu Sans"/>
                        </a:rPr>
                        <a:t>Recorrido de asignaciones activas.</a:t>
                      </a:r>
                    </a:p>
                  </a:txBody>
                  <a:tcPr marL="91440" marR="91440" marT="45720" marB="45720" anchor="ctr">
                    <a:lnR w="9525">
                      <a:solidFill>
                        <a:srgbClr val="B9CCD1"/>
                      </a:solidFill>
                      <a:prstDash val="solid"/>
                    </a:lnR>
                    <a:lnB w="9525">
                      <a:solidFill>
                        <a:srgbClr val="B9CCD1"/>
                      </a:solidFill>
                      <a:prstDash val="solid"/>
                    </a:lnB>
                    <a:solidFill>
                      <a:srgbClr val="EDF4F5"/>
                    </a:solidFill>
                  </a:tcPr>
                </a:tc>
              </a:tr>
            </a:tbl>
          </a:graphicData>
        </a:graphic>
      </p:graphicFrame>
      <p:sp>
        <p:nvSpPr>
          <p:cNvPr id="5" name="texto-3">
            <a:extLst xmlns:a="http://schemas.openxmlformats.org/drawingml/2006/main">
              <a:ext uri="{FF2B5EF4-FFF2-40B4-BE49-F238E27FC236}">
                <a16:creationId xmlns:a16="http://schemas.microsoft.com/office/drawing/2014/main" id="{7D36F87B-0700-4DC3-8BBA-E97442CF0AE4}"/>
              </a:ext>
            </a:extLst>
          </p:cNvPr>
          <p:cNvSpPr>
            <a:spLocks xmlns:a="http://schemas.openxmlformats.org/drawingml/2006/main" noGrp="1"/>
          </p:cNvSpPr>
          <p:nvPr/>
        </p:nvSpPr>
        <p:spPr>
          <a:xfrm xmlns:a="http://schemas.openxmlformats.org/drawingml/2006/main">
            <a:off x="609600" y="5953125"/>
            <a:ext cx="109728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875" b="0">
                <a:solidFill>
                  <a:srgbClr val="007D87"/>
                </a:solidFill>
                <a:latin typeface="DejaVu Sans"/>
                <a:ea typeface="DejaVu Sans"/>
                <a:cs typeface="DejaVu Sans"/>
              </a:defRPr>
            </a:defPPr>
            <a:lvl1pPr>
              <a:defRPr sz="1875" b="0">
                <a:solidFill>
                  <a:srgbClr val="007D87"/>
                </a:solidFill>
                <a:latin typeface="DejaVu Sans"/>
                <a:ea typeface="DejaVu Sans"/>
                <a:cs typeface="DejaVu Sans"/>
              </a:defRPr>
            </a:lvl1pPr>
            <a:lvl2pPr>
              <a:defRPr sz="1875" b="0">
                <a:solidFill>
                  <a:srgbClr val="007D87"/>
                </a:solidFill>
                <a:latin typeface="DejaVu Sans"/>
                <a:ea typeface="DejaVu Sans"/>
                <a:cs typeface="DejaVu Sans"/>
              </a:defRPr>
            </a:lvl2pPr>
            <a:lvl3pPr>
              <a:defRPr sz="1875" b="0">
                <a:solidFill>
                  <a:srgbClr val="007D87"/>
                </a:solidFill>
                <a:latin typeface="DejaVu Sans"/>
                <a:ea typeface="DejaVu Sans"/>
                <a:cs typeface="DejaVu Sans"/>
              </a:defRPr>
            </a:lvl3pPr>
            <a:lvl4pPr>
              <a:defRPr sz="1875" b="0">
                <a:solidFill>
                  <a:srgbClr val="007D87"/>
                </a:solidFill>
                <a:latin typeface="DejaVu Sans"/>
                <a:ea typeface="DejaVu Sans"/>
                <a:cs typeface="DejaVu Sans"/>
              </a:defRPr>
            </a:lvl4pPr>
            <a:lvl5pPr>
              <a:defRPr sz="1875" b="0">
                <a:solidFill>
                  <a:srgbClr val="007D87"/>
                </a:solidFill>
                <a:latin typeface="DejaVu Sans"/>
                <a:ea typeface="DejaVu Sans"/>
                <a:cs typeface="DejaVu Sans"/>
              </a:defRPr>
            </a:lvl5pPr>
            <a:lvl6pPr>
              <a:defRPr sz="1875" b="0">
                <a:solidFill>
                  <a:srgbClr val="007D87"/>
                </a:solidFill>
                <a:latin typeface="DejaVu Sans"/>
                <a:ea typeface="DejaVu Sans"/>
                <a:cs typeface="DejaVu Sans"/>
              </a:defRPr>
            </a:lvl6pPr>
            <a:lvl7pPr>
              <a:defRPr sz="1875" b="0">
                <a:solidFill>
                  <a:srgbClr val="007D87"/>
                </a:solidFill>
                <a:latin typeface="DejaVu Sans"/>
                <a:ea typeface="DejaVu Sans"/>
                <a:cs typeface="DejaVu Sans"/>
              </a:defRPr>
            </a:lvl7pPr>
            <a:lvl8pPr>
              <a:defRPr sz="1875" b="0">
                <a:solidFill>
                  <a:srgbClr val="007D87"/>
                </a:solidFill>
                <a:latin typeface="DejaVu Sans"/>
                <a:ea typeface="DejaVu Sans"/>
                <a:cs typeface="DejaVu Sans"/>
              </a:defRPr>
            </a:lvl8pPr>
            <a:lvl9pPr>
              <a:defRPr sz="1875" b="0">
                <a:solidFill>
                  <a:srgbClr val="007D87"/>
                </a:solidFill>
                <a:latin typeface="DejaVu Sans"/>
                <a:ea typeface="DejaVu Sans"/>
                <a:cs typeface="DejaVu Sans"/>
              </a:defRPr>
            </a:lvl9pPr>
          </a:lstStyle>
          <a:p xmlns:a="http://schemas.openxmlformats.org/drawingml/2006/main">
            <a:pPr>
              <a:defRPr sz="1875" b="0">
                <a:solidFill>
                  <a:srgbClr val="007D87"/>
                </a:solidFill>
                <a:latin typeface="DejaVu Sans"/>
                <a:ea typeface="DejaVu Sans"/>
                <a:cs typeface="DejaVu Sans"/>
              </a:defRPr>
            </a:pPr>
            <a:r>
              <a:rPr sz="1875" b="0">
                <a:solidFill>
                  <a:srgbClr val="007D87"/>
                </a:solidFill>
                <a:latin typeface="DejaVu Sans"/>
                <a:ea typeface="DejaVu Sans"/>
                <a:cs typeface="DejaVu Sans"/>
              </a:rPr>
              <a:t>Prioridad: alta → media → baja. Empates: fecha límite y código.</a:t>
            </a:r>
          </a:p>
        </p:txBody>
      </p:sp>
    </p:spTree>
    <p:extLst>
      <p:ext uri="{BB962C8B-B14F-4D97-AF65-F5344CB8AC3E}">
        <p14:creationId xmlns:p14="http://schemas.microsoft.com/office/powerpoint/2010/main" val="194234273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o-0">
            <a:extLst xmlns:a="http://schemas.openxmlformats.org/drawingml/2006/main">
              <a:ext uri="{FF2B5EF4-FFF2-40B4-BE49-F238E27FC236}">
                <a16:creationId xmlns:a16="http://schemas.microsoft.com/office/drawing/2014/main" id="{453F14FC-AA02-4145-AE5D-F4702586A0B0}"/>
              </a:ext>
            </a:extLst>
          </p:cNvPr>
          <p:cNvSpPr>
            <a:spLocks xmlns:a="http://schemas.openxmlformats.org/drawingml/2006/main" noGrp="1"/>
          </p:cNvSpPr>
          <p:nvPr/>
        </p:nvSpPr>
        <p:spPr>
          <a:xfrm xmlns:a="http://schemas.openxmlformats.org/drawingml/2006/main">
            <a:off x="609600" y="400050"/>
            <a:ext cx="109728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300" b="1">
                <a:solidFill>
                  <a:srgbClr val="163447"/>
                </a:solidFill>
                <a:latin typeface="DejaVu Sans"/>
                <a:ea typeface="DejaVu Sans"/>
                <a:cs typeface="DejaVu Sans"/>
              </a:defRPr>
            </a:defPPr>
            <a:lvl1pPr>
              <a:defRPr sz="3300" b="1">
                <a:solidFill>
                  <a:srgbClr val="163447"/>
                </a:solidFill>
                <a:latin typeface="DejaVu Sans"/>
                <a:ea typeface="DejaVu Sans"/>
                <a:cs typeface="DejaVu Sans"/>
              </a:defRPr>
            </a:lvl1pPr>
            <a:lvl2pPr>
              <a:defRPr sz="3300" b="1">
                <a:solidFill>
                  <a:srgbClr val="163447"/>
                </a:solidFill>
                <a:latin typeface="DejaVu Sans"/>
                <a:ea typeface="DejaVu Sans"/>
                <a:cs typeface="DejaVu Sans"/>
              </a:defRPr>
            </a:lvl2pPr>
            <a:lvl3pPr>
              <a:defRPr sz="3300" b="1">
                <a:solidFill>
                  <a:srgbClr val="163447"/>
                </a:solidFill>
                <a:latin typeface="DejaVu Sans"/>
                <a:ea typeface="DejaVu Sans"/>
                <a:cs typeface="DejaVu Sans"/>
              </a:defRPr>
            </a:lvl3pPr>
            <a:lvl4pPr>
              <a:defRPr sz="3300" b="1">
                <a:solidFill>
                  <a:srgbClr val="163447"/>
                </a:solidFill>
                <a:latin typeface="DejaVu Sans"/>
                <a:ea typeface="DejaVu Sans"/>
                <a:cs typeface="DejaVu Sans"/>
              </a:defRPr>
            </a:lvl4pPr>
            <a:lvl5pPr>
              <a:defRPr sz="3300" b="1">
                <a:solidFill>
                  <a:srgbClr val="163447"/>
                </a:solidFill>
                <a:latin typeface="DejaVu Sans"/>
                <a:ea typeface="DejaVu Sans"/>
                <a:cs typeface="DejaVu Sans"/>
              </a:defRPr>
            </a:lvl5pPr>
            <a:lvl6pPr>
              <a:defRPr sz="3300" b="1">
                <a:solidFill>
                  <a:srgbClr val="163447"/>
                </a:solidFill>
                <a:latin typeface="DejaVu Sans"/>
                <a:ea typeface="DejaVu Sans"/>
                <a:cs typeface="DejaVu Sans"/>
              </a:defRPr>
            </a:lvl6pPr>
            <a:lvl7pPr>
              <a:defRPr sz="3300" b="1">
                <a:solidFill>
                  <a:srgbClr val="163447"/>
                </a:solidFill>
                <a:latin typeface="DejaVu Sans"/>
                <a:ea typeface="DejaVu Sans"/>
                <a:cs typeface="DejaVu Sans"/>
              </a:defRPr>
            </a:lvl7pPr>
            <a:lvl8pPr>
              <a:defRPr sz="3300" b="1">
                <a:solidFill>
                  <a:srgbClr val="163447"/>
                </a:solidFill>
                <a:latin typeface="DejaVu Sans"/>
                <a:ea typeface="DejaVu Sans"/>
                <a:cs typeface="DejaVu Sans"/>
              </a:defRPr>
            </a:lvl8pPr>
            <a:lvl9pPr>
              <a:defRPr sz="3300" b="1">
                <a:solidFill>
                  <a:srgbClr val="163447"/>
                </a:solidFill>
                <a:latin typeface="DejaVu Sans"/>
                <a:ea typeface="DejaVu Sans"/>
                <a:cs typeface="DejaVu Sans"/>
              </a:defRPr>
            </a:lvl9pPr>
          </a:lstStyle>
          <a:p xmlns:a="http://schemas.openxmlformats.org/drawingml/2006/main">
            <a:pPr>
              <a:defRPr sz="3300" b="1">
                <a:solidFill>
                  <a:srgbClr val="163447"/>
                </a:solidFill>
                <a:latin typeface="DejaVu Sans"/>
                <a:ea typeface="DejaVu Sans"/>
                <a:cs typeface="DejaVu Sans"/>
              </a:defRPr>
            </a:pPr>
            <a:r>
              <a:rPr sz="3300" b="1">
                <a:solidFill>
                  <a:srgbClr val="163447"/>
                </a:solidFill>
                <a:latin typeface="DejaVu Sans"/>
                <a:ea typeface="DejaVu Sans"/>
                <a:cs typeface="DejaVu Sans"/>
              </a:rPr>
              <a:t>Comparación de complejidad</a:t>
            </a:r>
          </a:p>
        </p:txBody>
      </p:sp>
      <p:sp>
        <p:nvSpPr>
          <p:cNvPr id="2" name="texto-1">
            <a:extLst xmlns:a="http://schemas.openxmlformats.org/drawingml/2006/main">
              <a:ext uri="{FF2B5EF4-FFF2-40B4-BE49-F238E27FC236}">
                <a16:creationId xmlns:a16="http://schemas.microsoft.com/office/drawing/2014/main" id="{8D848E5C-8C7B-4394-B38B-2EC708377AC2}"/>
              </a:ext>
            </a:extLst>
          </p:cNvPr>
          <p:cNvSpPr>
            <a:spLocks xmlns:a="http://schemas.openxmlformats.org/drawingml/2006/main" noGrp="1"/>
          </p:cNvSpPr>
          <p:nvPr/>
        </p:nvSpPr>
        <p:spPr>
          <a:xfrm xmlns:a="http://schemas.openxmlformats.org/drawingml/2006/main">
            <a:off x="609600" y="64960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125" b="0">
                <a:solidFill>
                  <a:srgbClr val="52636D"/>
                </a:solidFill>
                <a:latin typeface="DejaVu Sans"/>
                <a:ea typeface="DejaVu Sans"/>
                <a:cs typeface="DejaVu Sans"/>
              </a:defRPr>
            </a:defPPr>
            <a:lvl1pPr>
              <a:defRPr sz="1125" b="0">
                <a:solidFill>
                  <a:srgbClr val="52636D"/>
                </a:solidFill>
                <a:latin typeface="DejaVu Sans"/>
                <a:ea typeface="DejaVu Sans"/>
                <a:cs typeface="DejaVu Sans"/>
              </a:defRPr>
            </a:lvl1pPr>
            <a:lvl2pPr>
              <a:defRPr sz="1125" b="0">
                <a:solidFill>
                  <a:srgbClr val="52636D"/>
                </a:solidFill>
                <a:latin typeface="DejaVu Sans"/>
                <a:ea typeface="DejaVu Sans"/>
                <a:cs typeface="DejaVu Sans"/>
              </a:defRPr>
            </a:lvl2pPr>
            <a:lvl3pPr>
              <a:defRPr sz="1125" b="0">
                <a:solidFill>
                  <a:srgbClr val="52636D"/>
                </a:solidFill>
                <a:latin typeface="DejaVu Sans"/>
                <a:ea typeface="DejaVu Sans"/>
                <a:cs typeface="DejaVu Sans"/>
              </a:defRPr>
            </a:lvl3pPr>
            <a:lvl4pPr>
              <a:defRPr sz="1125" b="0">
                <a:solidFill>
                  <a:srgbClr val="52636D"/>
                </a:solidFill>
                <a:latin typeface="DejaVu Sans"/>
                <a:ea typeface="DejaVu Sans"/>
                <a:cs typeface="DejaVu Sans"/>
              </a:defRPr>
            </a:lvl4pPr>
            <a:lvl5pPr>
              <a:defRPr sz="1125" b="0">
                <a:solidFill>
                  <a:srgbClr val="52636D"/>
                </a:solidFill>
                <a:latin typeface="DejaVu Sans"/>
                <a:ea typeface="DejaVu Sans"/>
                <a:cs typeface="DejaVu Sans"/>
              </a:defRPr>
            </a:lvl5pPr>
            <a:lvl6pPr>
              <a:defRPr sz="1125" b="0">
                <a:solidFill>
                  <a:srgbClr val="52636D"/>
                </a:solidFill>
                <a:latin typeface="DejaVu Sans"/>
                <a:ea typeface="DejaVu Sans"/>
                <a:cs typeface="DejaVu Sans"/>
              </a:defRPr>
            </a:lvl6pPr>
            <a:lvl7pPr>
              <a:defRPr sz="1125" b="0">
                <a:solidFill>
                  <a:srgbClr val="52636D"/>
                </a:solidFill>
                <a:latin typeface="DejaVu Sans"/>
                <a:ea typeface="DejaVu Sans"/>
                <a:cs typeface="DejaVu Sans"/>
              </a:defRPr>
            </a:lvl7pPr>
            <a:lvl8pPr>
              <a:defRPr sz="1125" b="0">
                <a:solidFill>
                  <a:srgbClr val="52636D"/>
                </a:solidFill>
                <a:latin typeface="DejaVu Sans"/>
                <a:ea typeface="DejaVu Sans"/>
                <a:cs typeface="DejaVu Sans"/>
              </a:defRPr>
            </a:lvl8pPr>
            <a:lvl9pPr>
              <a:defRPr sz="1125" b="0">
                <a:solidFill>
                  <a:srgbClr val="52636D"/>
                </a:solidFill>
                <a:latin typeface="DejaVu Sans"/>
                <a:ea typeface="DejaVu Sans"/>
                <a:cs typeface="DejaVu Sans"/>
              </a:defRPr>
            </a:lvl9pPr>
          </a:lstStyle>
          <a:p xmlns:a="http://schemas.openxmlformats.org/drawingml/2006/main">
            <a:pPr>
              <a:defRPr sz="1125" b="0">
                <a:solidFill>
                  <a:srgbClr val="52636D"/>
                </a:solidFill>
                <a:latin typeface="DejaVu Sans"/>
                <a:ea typeface="DejaVu Sans"/>
                <a:cs typeface="DejaVu Sans"/>
              </a:defRPr>
            </a:pPr>
            <a:r>
              <a:rPr sz="1125" b="0">
                <a:solidFill>
                  <a:srgbClr val="52636D"/>
                </a:solidFill>
                <a:latin typeface="DejaVu Sans"/>
                <a:ea typeface="DejaVu Sans"/>
                <a:cs typeface="DejaVu Sans"/>
              </a:rPr>
              <a:t>Dizeo   Programación III   Progreso 1</a:t>
            </a:r>
          </a:p>
        </p:txBody>
      </p:sp>
      <p:sp>
        <p:nvSpPr>
          <p:cNvPr id="3" name="texto-2">
            <a:extLst xmlns:a="http://schemas.openxmlformats.org/drawingml/2006/main">
              <a:ext uri="{FF2B5EF4-FFF2-40B4-BE49-F238E27FC236}">
                <a16:creationId xmlns:a16="http://schemas.microsoft.com/office/drawing/2014/main" id="{F17BBA06-FF65-4B4D-9834-EF05A0E84418}"/>
              </a:ext>
            </a:extLst>
          </p:cNvPr>
          <p:cNvSpPr>
            <a:spLocks xmlns:a="http://schemas.openxmlformats.org/drawingml/2006/main" noGrp="1"/>
          </p:cNvSpPr>
          <p:nvPr/>
        </p:nvSpPr>
        <p:spPr>
          <a:xfrm xmlns:a="http://schemas.openxmlformats.org/drawingml/2006/main">
            <a:off x="11239500" y="649605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125" b="0">
                <a:solidFill>
                  <a:srgbClr val="52636D"/>
                </a:solidFill>
                <a:latin typeface="DejaVu Sans"/>
                <a:ea typeface="DejaVu Sans"/>
                <a:cs typeface="DejaVu Sans"/>
              </a:defRPr>
            </a:defPPr>
            <a:lvl1pPr>
              <a:defRPr sz="1125" b="0">
                <a:solidFill>
                  <a:srgbClr val="52636D"/>
                </a:solidFill>
                <a:latin typeface="DejaVu Sans"/>
                <a:ea typeface="DejaVu Sans"/>
                <a:cs typeface="DejaVu Sans"/>
              </a:defRPr>
            </a:lvl1pPr>
            <a:lvl2pPr>
              <a:defRPr sz="1125" b="0">
                <a:solidFill>
                  <a:srgbClr val="52636D"/>
                </a:solidFill>
                <a:latin typeface="DejaVu Sans"/>
                <a:ea typeface="DejaVu Sans"/>
                <a:cs typeface="DejaVu Sans"/>
              </a:defRPr>
            </a:lvl2pPr>
            <a:lvl3pPr>
              <a:defRPr sz="1125" b="0">
                <a:solidFill>
                  <a:srgbClr val="52636D"/>
                </a:solidFill>
                <a:latin typeface="DejaVu Sans"/>
                <a:ea typeface="DejaVu Sans"/>
                <a:cs typeface="DejaVu Sans"/>
              </a:defRPr>
            </a:lvl3pPr>
            <a:lvl4pPr>
              <a:defRPr sz="1125" b="0">
                <a:solidFill>
                  <a:srgbClr val="52636D"/>
                </a:solidFill>
                <a:latin typeface="DejaVu Sans"/>
                <a:ea typeface="DejaVu Sans"/>
                <a:cs typeface="DejaVu Sans"/>
              </a:defRPr>
            </a:lvl4pPr>
            <a:lvl5pPr>
              <a:defRPr sz="1125" b="0">
                <a:solidFill>
                  <a:srgbClr val="52636D"/>
                </a:solidFill>
                <a:latin typeface="DejaVu Sans"/>
                <a:ea typeface="DejaVu Sans"/>
                <a:cs typeface="DejaVu Sans"/>
              </a:defRPr>
            </a:lvl5pPr>
            <a:lvl6pPr>
              <a:defRPr sz="1125" b="0">
                <a:solidFill>
                  <a:srgbClr val="52636D"/>
                </a:solidFill>
                <a:latin typeface="DejaVu Sans"/>
                <a:ea typeface="DejaVu Sans"/>
                <a:cs typeface="DejaVu Sans"/>
              </a:defRPr>
            </a:lvl6pPr>
            <a:lvl7pPr>
              <a:defRPr sz="1125" b="0">
                <a:solidFill>
                  <a:srgbClr val="52636D"/>
                </a:solidFill>
                <a:latin typeface="DejaVu Sans"/>
                <a:ea typeface="DejaVu Sans"/>
                <a:cs typeface="DejaVu Sans"/>
              </a:defRPr>
            </a:lvl7pPr>
            <a:lvl8pPr>
              <a:defRPr sz="1125" b="0">
                <a:solidFill>
                  <a:srgbClr val="52636D"/>
                </a:solidFill>
                <a:latin typeface="DejaVu Sans"/>
                <a:ea typeface="DejaVu Sans"/>
                <a:cs typeface="DejaVu Sans"/>
              </a:defRPr>
            </a:lvl8pPr>
            <a:lvl9pPr>
              <a:defRPr sz="1125" b="0">
                <a:solidFill>
                  <a:srgbClr val="52636D"/>
                </a:solidFill>
                <a:latin typeface="DejaVu Sans"/>
                <a:ea typeface="DejaVu Sans"/>
                <a:cs typeface="DejaVu Sans"/>
              </a:defRPr>
            </a:lvl9pPr>
          </a:lstStyle>
          <a:p xmlns:a="http://schemas.openxmlformats.org/drawingml/2006/main">
            <a:pPr>
              <a:defRPr sz="1125" b="0">
                <a:solidFill>
                  <a:srgbClr val="52636D"/>
                </a:solidFill>
                <a:latin typeface="DejaVu Sans"/>
                <a:ea typeface="DejaVu Sans"/>
                <a:cs typeface="DejaVu Sans"/>
              </a:defRPr>
            </a:pPr>
            <a:r>
              <a:rPr sz="1125" b="0">
                <a:solidFill>
                  <a:srgbClr val="52636D"/>
                </a:solidFill>
                <a:latin typeface="DejaVu Sans"/>
                <a:ea typeface="DejaVu Sans"/>
                <a:cs typeface="DejaVu Sans"/>
              </a:rPr>
              <a:t>7</a:t>
            </a:r>
          </a:p>
        </p:txBody>
      </p:sp>
      <p:graphicFrame>
        <p:nvGraphicFramePr>
          <p:cNvPr id="4" name="">
            <a:extLst xmlns:a="http://schemas.openxmlformats.org/drawingml/2006/main">
              <a:ext uri="{FF2B5EF4-FFF2-40B4-BE49-F238E27FC236}">
                <a16:creationId xmlns:a16="http://schemas.microsoft.com/office/drawing/2014/main" id="{95825330-2F2D-4D6B-B39E-F98CDE91A0F5}"/>
              </a:ext>
            </a:extLst>
          </p:cNvPr>
          <p:cNvGraphicFramePr/>
          <p:nvPr/>
        </p:nvGraphicFramePr>
        <p:xfrm>
          <a:off xmlns:a="http://schemas.openxmlformats.org/drawingml/2006/main" x="609600" y="1428750"/>
          <a:ext xmlns:a="http://schemas.openxmlformats.org/drawingml/2006/main" cx="10972800" cy="3905250"/>
        </p:xfrm>
        <a:graphic xmlns:a="http://schemas.openxmlformats.org/drawingml/2006/main">
          <a:graphicData uri="http://schemas.openxmlformats.org/drawingml/2006/table">
            <a:tbl>
              <a:tblPr/>
              <a:tblGrid>
                <a:gridCol w="4381500"/>
                <a:gridCol w="1905000"/>
                <a:gridCol w="2190750"/>
                <a:gridCol w="2495550"/>
              </a:tblGrid>
              <a:tr h="650875">
                <a:tc>
                  <a:txBody>
                    <a:bodyPr wrap="square" lIns="123825" tIns="85725" rIns="123825" bIns="85725">
                      <a:noAutofit/>
                    </a:bodyPr>
                    <a:lstStyle/>
                    <a:p>
                      <a:r>
                        <a:rPr sz="1800" b="1">
                          <a:solidFill>
                            <a:srgbClr val="FFFFFF"/>
                          </a:solidFill>
                          <a:latin typeface="DejaVu Sans"/>
                          <a:ea typeface="DejaVu Sans"/>
                          <a:cs typeface="DejaVu Sans"/>
                        </a:rPr>
                        <a:t>Operación</a:t>
                      </a:r>
                    </a:p>
                  </a:txBody>
                  <a:tcPr marL="91440" marR="91440" marT="45720" marB="45720" anchor="ctr">
                    <a:lnL w="9525">
                      <a:solidFill>
                        <a:srgbClr val="B9CCD1"/>
                      </a:solidFill>
                      <a:prstDash val="solid"/>
                    </a:lnL>
                    <a:lnR w="9525">
                      <a:solidFill>
                        <a:srgbClr val="B9CCD1"/>
                      </a:solidFill>
                      <a:prstDash val="solid"/>
                    </a:lnR>
                    <a:lnT w="9525">
                      <a:solidFill>
                        <a:srgbClr val="B9CCD1"/>
                      </a:solidFill>
                      <a:prstDash val="solid"/>
                    </a:lnT>
                    <a:lnB w="9525">
                      <a:solidFill>
                        <a:srgbClr val="B9CCD1"/>
                      </a:solidFill>
                      <a:prstDash val="solid"/>
                    </a:lnB>
                    <a:solidFill>
                      <a:srgbClr val="163447"/>
                    </a:solidFill>
                  </a:tcPr>
                </a:tc>
                <a:tc>
                  <a:txBody>
                    <a:bodyPr wrap="square" lIns="123825" tIns="85725" rIns="123825" bIns="85725">
                      <a:noAutofit/>
                    </a:bodyPr>
                    <a:lstStyle/>
                    <a:p>
                      <a:r>
                        <a:rPr sz="1800" b="1">
                          <a:solidFill>
                            <a:srgbClr val="FFFFFF"/>
                          </a:solidFill>
                          <a:latin typeface="DejaVu Sans"/>
                          <a:ea typeface="DejaVu Sans"/>
                          <a:cs typeface="DejaVu Sans"/>
                        </a:rPr>
                        <a:t>A tiempo</a:t>
                      </a:r>
                    </a:p>
                  </a:txBody>
                  <a:tcPr marL="91440" marR="91440" marT="45720" marB="45720" anchor="ctr">
                    <a:lnR w="9525">
                      <a:solidFill>
                        <a:srgbClr val="B9CCD1"/>
                      </a:solidFill>
                      <a:prstDash val="solid"/>
                    </a:lnR>
                    <a:lnT w="9525">
                      <a:solidFill>
                        <a:srgbClr val="B9CCD1"/>
                      </a:solidFill>
                      <a:prstDash val="solid"/>
                    </a:lnT>
                    <a:lnB w="9525">
                      <a:solidFill>
                        <a:srgbClr val="B9CCD1"/>
                      </a:solidFill>
                      <a:prstDash val="solid"/>
                    </a:lnB>
                    <a:solidFill>
                      <a:srgbClr val="163447"/>
                    </a:solidFill>
                  </a:tcPr>
                </a:tc>
                <a:tc>
                  <a:txBody>
                    <a:bodyPr wrap="square" lIns="123825" tIns="85725" rIns="123825" bIns="85725">
                      <a:noAutofit/>
                    </a:bodyPr>
                    <a:lstStyle/>
                    <a:p>
                      <a:r>
                        <a:rPr sz="1800" b="1">
                          <a:solidFill>
                            <a:srgbClr val="FFFFFF"/>
                          </a:solidFill>
                          <a:latin typeface="DejaVu Sans"/>
                          <a:ea typeface="DejaVu Sans"/>
                          <a:cs typeface="DejaVu Sans"/>
                        </a:rPr>
                        <a:t>B tiempo</a:t>
                      </a:r>
                    </a:p>
                  </a:txBody>
                  <a:tcPr marL="91440" marR="91440" marT="45720" marB="45720" anchor="ctr">
                    <a:lnR w="9525">
                      <a:solidFill>
                        <a:srgbClr val="B9CCD1"/>
                      </a:solidFill>
                      <a:prstDash val="solid"/>
                    </a:lnR>
                    <a:lnT w="9525">
                      <a:solidFill>
                        <a:srgbClr val="B9CCD1"/>
                      </a:solidFill>
                      <a:prstDash val="solid"/>
                    </a:lnT>
                    <a:lnB w="9525">
                      <a:solidFill>
                        <a:srgbClr val="B9CCD1"/>
                      </a:solidFill>
                      <a:prstDash val="solid"/>
                    </a:lnB>
                    <a:solidFill>
                      <a:srgbClr val="163447"/>
                    </a:solidFill>
                  </a:tcPr>
                </a:tc>
                <a:tc>
                  <a:txBody>
                    <a:bodyPr wrap="square" lIns="123825" tIns="85725" rIns="123825" bIns="85725">
                      <a:noAutofit/>
                    </a:bodyPr>
                    <a:lstStyle/>
                    <a:p>
                      <a:r>
                        <a:rPr sz="1800" b="1">
                          <a:solidFill>
                            <a:srgbClr val="FFFFFF"/>
                          </a:solidFill>
                          <a:latin typeface="DejaVu Sans"/>
                          <a:ea typeface="DejaVu Sans"/>
                          <a:cs typeface="DejaVu Sans"/>
                        </a:rPr>
                        <a:t>Auxiliar A / B</a:t>
                      </a:r>
                    </a:p>
                  </a:txBody>
                  <a:tcPr marL="91440" marR="91440" marT="45720" marB="45720" anchor="ctr">
                    <a:lnR w="9525">
                      <a:solidFill>
                        <a:srgbClr val="B9CCD1"/>
                      </a:solidFill>
                      <a:prstDash val="solid"/>
                    </a:lnR>
                    <a:lnT w="9525">
                      <a:solidFill>
                        <a:srgbClr val="B9CCD1"/>
                      </a:solidFill>
                      <a:prstDash val="solid"/>
                    </a:lnT>
                    <a:lnB w="9525">
                      <a:solidFill>
                        <a:srgbClr val="B9CCD1"/>
                      </a:solidFill>
                      <a:prstDash val="solid"/>
                    </a:lnB>
                    <a:solidFill>
                      <a:srgbClr val="163447"/>
                    </a:solidFill>
                  </a:tcPr>
                </a:tc>
              </a:tr>
              <a:tr h="650875">
                <a:tc>
                  <a:txBody>
                    <a:bodyPr wrap="square" lIns="123825" tIns="85725" rIns="123825" bIns="85725">
                      <a:noAutofit/>
                    </a:bodyPr>
                    <a:lstStyle/>
                    <a:p>
                      <a:r>
                        <a:rPr sz="1800" b="0">
                          <a:solidFill>
                            <a:srgbClr val="163447"/>
                          </a:solidFill>
                          <a:latin typeface="DejaVu Sans"/>
                          <a:ea typeface="DejaVu Sans"/>
                          <a:cs typeface="DejaVu Sans"/>
                        </a:rPr>
                        <a:t>Buscar trabajador</a:t>
                      </a:r>
                    </a:p>
                  </a:txBody>
                  <a:tcPr marL="91440" marR="91440" marT="45720" marB="45720" anchor="ctr">
                    <a:lnL w="9525">
                      <a:solidFill>
                        <a:srgbClr val="B9CCD1"/>
                      </a:solidFill>
                      <a:prstDash val="solid"/>
                    </a:lnL>
                    <a:lnR w="9525">
                      <a:solidFill>
                        <a:srgbClr val="B9CCD1"/>
                      </a:solidFill>
                      <a:prstDash val="solid"/>
                    </a:lnR>
                    <a:lnB w="9525">
                      <a:solidFill>
                        <a:srgbClr val="B9CCD1"/>
                      </a:solidFill>
                      <a:prstDash val="solid"/>
                    </a:lnB>
                    <a:solidFill>
                      <a:srgbClr val="FFFFFF"/>
                    </a:solidFill>
                  </a:tcPr>
                </a:tc>
                <a:tc>
                  <a:txBody>
                    <a:bodyPr wrap="square" lIns="123825" tIns="85725" rIns="123825" bIns="85725">
                      <a:noAutofit/>
                    </a:bodyPr>
                    <a:lstStyle/>
                    <a:p>
                      <a:r>
                        <a:rPr sz="1800" b="0">
                          <a:solidFill>
                            <a:srgbClr val="163447"/>
                          </a:solidFill>
                          <a:latin typeface="DejaVu Sans"/>
                          <a:ea typeface="DejaVu Sans"/>
                          <a:cs typeface="DejaVu Sans"/>
                        </a:rPr>
                        <a:t>O(w)</a:t>
                      </a:r>
                    </a:p>
                  </a:txBody>
                  <a:tcPr marL="91440" marR="91440" marT="45720" marB="45720" anchor="ctr">
                    <a:lnR w="9525">
                      <a:solidFill>
                        <a:srgbClr val="B9CCD1"/>
                      </a:solidFill>
                      <a:prstDash val="solid"/>
                    </a:lnR>
                    <a:lnB w="9525">
                      <a:solidFill>
                        <a:srgbClr val="B9CCD1"/>
                      </a:solidFill>
                      <a:prstDash val="solid"/>
                    </a:lnB>
                    <a:solidFill>
                      <a:srgbClr val="FFFFFF"/>
                    </a:solidFill>
                  </a:tcPr>
                </a:tc>
                <a:tc>
                  <a:txBody>
                    <a:bodyPr wrap="square" lIns="123825" tIns="85725" rIns="123825" bIns="85725">
                      <a:noAutofit/>
                    </a:bodyPr>
                    <a:lstStyle/>
                    <a:p>
                      <a:r>
                        <a:rPr sz="1800" b="0">
                          <a:solidFill>
                            <a:srgbClr val="163447"/>
                          </a:solidFill>
                          <a:latin typeface="DejaVu Sans"/>
                          <a:ea typeface="DejaVu Sans"/>
                          <a:cs typeface="DejaVu Sans"/>
                        </a:rPr>
                        <a:t>O(1) esperado</a:t>
                      </a:r>
                    </a:p>
                  </a:txBody>
                  <a:tcPr marL="91440" marR="91440" marT="45720" marB="45720" anchor="ctr">
                    <a:lnR w="9525">
                      <a:solidFill>
                        <a:srgbClr val="B9CCD1"/>
                      </a:solidFill>
                      <a:prstDash val="solid"/>
                    </a:lnR>
                    <a:lnB w="9525">
                      <a:solidFill>
                        <a:srgbClr val="B9CCD1"/>
                      </a:solidFill>
                      <a:prstDash val="solid"/>
                    </a:lnB>
                    <a:solidFill>
                      <a:srgbClr val="FFFFFF"/>
                    </a:solidFill>
                  </a:tcPr>
                </a:tc>
                <a:tc>
                  <a:txBody>
                    <a:bodyPr wrap="square" lIns="123825" tIns="85725" rIns="123825" bIns="85725">
                      <a:noAutofit/>
                    </a:bodyPr>
                    <a:lstStyle/>
                    <a:p>
                      <a:r>
                        <a:rPr sz="1800" b="0">
                          <a:solidFill>
                            <a:srgbClr val="163447"/>
                          </a:solidFill>
                          <a:latin typeface="DejaVu Sans"/>
                          <a:ea typeface="DejaVu Sans"/>
                          <a:cs typeface="DejaVu Sans"/>
                        </a:rPr>
                        <a:t>O(1) / O(1)</a:t>
                      </a:r>
                    </a:p>
                  </a:txBody>
                  <a:tcPr marL="91440" marR="91440" marT="45720" marB="45720" anchor="ctr">
                    <a:lnR w="9525">
                      <a:solidFill>
                        <a:srgbClr val="B9CCD1"/>
                      </a:solidFill>
                      <a:prstDash val="solid"/>
                    </a:lnR>
                    <a:lnB w="9525">
                      <a:solidFill>
                        <a:srgbClr val="B9CCD1"/>
                      </a:solidFill>
                      <a:prstDash val="solid"/>
                    </a:lnB>
                    <a:solidFill>
                      <a:srgbClr val="FFFFFF"/>
                    </a:solidFill>
                  </a:tcPr>
                </a:tc>
              </a:tr>
              <a:tr h="650875">
                <a:tc>
                  <a:txBody>
                    <a:bodyPr wrap="square" lIns="123825" tIns="85725" rIns="123825" bIns="85725">
                      <a:noAutofit/>
                    </a:bodyPr>
                    <a:lstStyle/>
                    <a:p>
                      <a:r>
                        <a:rPr sz="1800" b="0">
                          <a:solidFill>
                            <a:srgbClr val="163447"/>
                          </a:solidFill>
                          <a:latin typeface="DejaVu Sans"/>
                          <a:ea typeface="DejaVu Sans"/>
                          <a:cs typeface="DejaVu Sans"/>
                        </a:rPr>
                        <a:t>Consultar próxima pendiente</a:t>
                      </a:r>
                    </a:p>
                  </a:txBody>
                  <a:tcPr marL="91440" marR="91440" marT="45720" marB="45720" anchor="ctr">
                    <a:lnL w="9525">
                      <a:solidFill>
                        <a:srgbClr val="B9CCD1"/>
                      </a:solidFill>
                      <a:prstDash val="solid"/>
                    </a:lnL>
                    <a:lnR w="9525">
                      <a:solidFill>
                        <a:srgbClr val="B9CCD1"/>
                      </a:solidFill>
                      <a:prstDash val="solid"/>
                    </a:lnR>
                    <a:lnB w="9525">
                      <a:solidFill>
                        <a:srgbClr val="B9CCD1"/>
                      </a:solidFill>
                      <a:prstDash val="solid"/>
                    </a:lnB>
                    <a:solidFill>
                      <a:srgbClr val="EDF4F5"/>
                    </a:solidFill>
                  </a:tcPr>
                </a:tc>
                <a:tc>
                  <a:txBody>
                    <a:bodyPr wrap="square" lIns="123825" tIns="85725" rIns="123825" bIns="85725">
                      <a:noAutofit/>
                    </a:bodyPr>
                    <a:lstStyle/>
                    <a:p>
                      <a:r>
                        <a:rPr sz="1800" b="0">
                          <a:solidFill>
                            <a:srgbClr val="163447"/>
                          </a:solidFill>
                          <a:latin typeface="DejaVu Sans"/>
                          <a:ea typeface="DejaVu Sans"/>
                          <a:cs typeface="DejaVu Sans"/>
                        </a:rPr>
                        <a:t>O(q)</a:t>
                      </a:r>
                    </a:p>
                  </a:txBody>
                  <a:tcPr marL="91440" marR="91440" marT="45720" marB="45720" anchor="ctr">
                    <a:lnR w="9525">
                      <a:solidFill>
                        <a:srgbClr val="B9CCD1"/>
                      </a:solidFill>
                      <a:prstDash val="solid"/>
                    </a:lnR>
                    <a:lnB w="9525">
                      <a:solidFill>
                        <a:srgbClr val="B9CCD1"/>
                      </a:solidFill>
                      <a:prstDash val="solid"/>
                    </a:lnB>
                    <a:solidFill>
                      <a:srgbClr val="EDF4F5"/>
                    </a:solidFill>
                  </a:tcPr>
                </a:tc>
                <a:tc>
                  <a:txBody>
                    <a:bodyPr wrap="square" lIns="123825" tIns="85725" rIns="123825" bIns="85725">
                      <a:noAutofit/>
                    </a:bodyPr>
                    <a:lstStyle/>
                    <a:p>
                      <a:r>
                        <a:rPr sz="1800" b="0">
                          <a:solidFill>
                            <a:srgbClr val="163447"/>
                          </a:solidFill>
                          <a:latin typeface="DejaVu Sans"/>
                          <a:ea typeface="DejaVu Sans"/>
                          <a:cs typeface="DejaVu Sans"/>
                        </a:rPr>
                        <a:t>O(1)</a:t>
                      </a:r>
                    </a:p>
                  </a:txBody>
                  <a:tcPr marL="91440" marR="91440" marT="45720" marB="45720" anchor="ctr">
                    <a:lnR w="9525">
                      <a:solidFill>
                        <a:srgbClr val="B9CCD1"/>
                      </a:solidFill>
                      <a:prstDash val="solid"/>
                    </a:lnR>
                    <a:lnB w="9525">
                      <a:solidFill>
                        <a:srgbClr val="B9CCD1"/>
                      </a:solidFill>
                      <a:prstDash val="solid"/>
                    </a:lnB>
                    <a:solidFill>
                      <a:srgbClr val="EDF4F5"/>
                    </a:solidFill>
                  </a:tcPr>
                </a:tc>
                <a:tc>
                  <a:txBody>
                    <a:bodyPr wrap="square" lIns="123825" tIns="85725" rIns="123825" bIns="85725">
                      <a:noAutofit/>
                    </a:bodyPr>
                    <a:lstStyle/>
                    <a:p>
                      <a:r>
                        <a:rPr sz="1800" b="0">
                          <a:solidFill>
                            <a:srgbClr val="163447"/>
                          </a:solidFill>
                          <a:latin typeface="DejaVu Sans"/>
                          <a:ea typeface="DejaVu Sans"/>
                          <a:cs typeface="DejaVu Sans"/>
                        </a:rPr>
                        <a:t>O(1) / O(1)</a:t>
                      </a:r>
                    </a:p>
                  </a:txBody>
                  <a:tcPr marL="91440" marR="91440" marT="45720" marB="45720" anchor="ctr">
                    <a:lnR w="9525">
                      <a:solidFill>
                        <a:srgbClr val="B9CCD1"/>
                      </a:solidFill>
                      <a:prstDash val="solid"/>
                    </a:lnR>
                    <a:lnB w="9525">
                      <a:solidFill>
                        <a:srgbClr val="B9CCD1"/>
                      </a:solidFill>
                      <a:prstDash val="solid"/>
                    </a:lnB>
                    <a:solidFill>
                      <a:srgbClr val="EDF4F5"/>
                    </a:solidFill>
                  </a:tcPr>
                </a:tc>
              </a:tr>
              <a:tr h="650875">
                <a:tc>
                  <a:txBody>
                    <a:bodyPr wrap="square" lIns="123825" tIns="85725" rIns="123825" bIns="85725">
                      <a:noAutofit/>
                    </a:bodyPr>
                    <a:lstStyle/>
                    <a:p>
                      <a:r>
                        <a:rPr sz="1800" b="0">
                          <a:solidFill>
                            <a:srgbClr val="163447"/>
                          </a:solidFill>
                          <a:latin typeface="DejaVu Sans"/>
                          <a:ea typeface="DejaVu Sans"/>
                          <a:cs typeface="DejaVu Sans"/>
                        </a:rPr>
                        <a:t>Elegir y retirar próxima</a:t>
                      </a:r>
                    </a:p>
                  </a:txBody>
                  <a:tcPr marL="91440" marR="91440" marT="45720" marB="45720" anchor="ctr">
                    <a:lnL w="9525">
                      <a:solidFill>
                        <a:srgbClr val="B9CCD1"/>
                      </a:solidFill>
                      <a:prstDash val="solid"/>
                    </a:lnL>
                    <a:lnR w="9525">
                      <a:solidFill>
                        <a:srgbClr val="B9CCD1"/>
                      </a:solidFill>
                      <a:prstDash val="solid"/>
                    </a:lnR>
                    <a:lnB w="9525">
                      <a:solidFill>
                        <a:srgbClr val="B9CCD1"/>
                      </a:solidFill>
                      <a:prstDash val="solid"/>
                    </a:lnB>
                    <a:solidFill>
                      <a:srgbClr val="FFFFFF"/>
                    </a:solidFill>
                  </a:tcPr>
                </a:tc>
                <a:tc>
                  <a:txBody>
                    <a:bodyPr wrap="square" lIns="123825" tIns="85725" rIns="123825" bIns="85725">
                      <a:noAutofit/>
                    </a:bodyPr>
                    <a:lstStyle/>
                    <a:p>
                      <a:r>
                        <a:rPr sz="1800" b="0">
                          <a:solidFill>
                            <a:srgbClr val="163447"/>
                          </a:solidFill>
                          <a:latin typeface="DejaVu Sans"/>
                          <a:ea typeface="DejaVu Sans"/>
                          <a:cs typeface="DejaVu Sans"/>
                        </a:rPr>
                        <a:t>O(q)</a:t>
                      </a:r>
                    </a:p>
                  </a:txBody>
                  <a:tcPr marL="91440" marR="91440" marT="45720" marB="45720" anchor="ctr">
                    <a:lnR w="9525">
                      <a:solidFill>
                        <a:srgbClr val="B9CCD1"/>
                      </a:solidFill>
                      <a:prstDash val="solid"/>
                    </a:lnR>
                    <a:lnB w="9525">
                      <a:solidFill>
                        <a:srgbClr val="B9CCD1"/>
                      </a:solidFill>
                      <a:prstDash val="solid"/>
                    </a:lnB>
                    <a:solidFill>
                      <a:srgbClr val="FFFFFF"/>
                    </a:solidFill>
                  </a:tcPr>
                </a:tc>
                <a:tc>
                  <a:txBody>
                    <a:bodyPr wrap="square" lIns="123825" tIns="85725" rIns="123825" bIns="85725">
                      <a:noAutofit/>
                    </a:bodyPr>
                    <a:lstStyle/>
                    <a:p>
                      <a:r>
                        <a:rPr sz="1800" b="0">
                          <a:solidFill>
                            <a:srgbClr val="163447"/>
                          </a:solidFill>
                          <a:latin typeface="DejaVu Sans"/>
                          <a:ea typeface="DejaVu Sans"/>
                          <a:cs typeface="DejaVu Sans"/>
                        </a:rPr>
                        <a:t>O(log q)</a:t>
                      </a:r>
                    </a:p>
                  </a:txBody>
                  <a:tcPr marL="91440" marR="91440" marT="45720" marB="45720" anchor="ctr">
                    <a:lnR w="9525">
                      <a:solidFill>
                        <a:srgbClr val="B9CCD1"/>
                      </a:solidFill>
                      <a:prstDash val="solid"/>
                    </a:lnR>
                    <a:lnB w="9525">
                      <a:solidFill>
                        <a:srgbClr val="B9CCD1"/>
                      </a:solidFill>
                      <a:prstDash val="solid"/>
                    </a:lnB>
                    <a:solidFill>
                      <a:srgbClr val="FFFFFF"/>
                    </a:solidFill>
                  </a:tcPr>
                </a:tc>
                <a:tc>
                  <a:txBody>
                    <a:bodyPr wrap="square" lIns="123825" tIns="85725" rIns="123825" bIns="85725">
                      <a:noAutofit/>
                    </a:bodyPr>
                    <a:lstStyle/>
                    <a:p>
                      <a:r>
                        <a:rPr sz="1800" b="0">
                          <a:solidFill>
                            <a:srgbClr val="163447"/>
                          </a:solidFill>
                          <a:latin typeface="DejaVu Sans"/>
                          <a:ea typeface="DejaVu Sans"/>
                          <a:cs typeface="DejaVu Sans"/>
                        </a:rPr>
                        <a:t>O(1) / O(1)</a:t>
                      </a:r>
                    </a:p>
                  </a:txBody>
                  <a:tcPr marL="91440" marR="91440" marT="45720" marB="45720" anchor="ctr">
                    <a:lnR w="9525">
                      <a:solidFill>
                        <a:srgbClr val="B9CCD1"/>
                      </a:solidFill>
                      <a:prstDash val="solid"/>
                    </a:lnR>
                    <a:lnB w="9525">
                      <a:solidFill>
                        <a:srgbClr val="B9CCD1"/>
                      </a:solidFill>
                      <a:prstDash val="solid"/>
                    </a:lnB>
                    <a:solidFill>
                      <a:srgbClr val="FFFFFF"/>
                    </a:solidFill>
                  </a:tcPr>
                </a:tc>
              </a:tr>
              <a:tr h="650875">
                <a:tc>
                  <a:txBody>
                    <a:bodyPr wrap="square" lIns="123825" tIns="85725" rIns="123825" bIns="85725">
                      <a:noAutofit/>
                    </a:bodyPr>
                    <a:lstStyle/>
                    <a:p>
                      <a:r>
                        <a:rPr sz="1800" b="0">
                          <a:solidFill>
                            <a:srgbClr val="163447"/>
                          </a:solidFill>
                          <a:latin typeface="DejaVu Sans"/>
                          <a:ea typeface="DejaVu Sans"/>
                          <a:cs typeface="DejaVu Sans"/>
                        </a:rPr>
                        <a:t>Listar alternativas en orden</a:t>
                      </a:r>
                    </a:p>
                  </a:txBody>
                  <a:tcPr marL="91440" marR="91440" marT="45720" marB="45720" anchor="ctr">
                    <a:lnL w="9525">
                      <a:solidFill>
                        <a:srgbClr val="B9CCD1"/>
                      </a:solidFill>
                      <a:prstDash val="solid"/>
                    </a:lnL>
                    <a:lnR w="9525">
                      <a:solidFill>
                        <a:srgbClr val="B9CCD1"/>
                      </a:solidFill>
                      <a:prstDash val="solid"/>
                    </a:lnR>
                    <a:lnB w="9525">
                      <a:solidFill>
                        <a:srgbClr val="B9CCD1"/>
                      </a:solidFill>
                      <a:prstDash val="solid"/>
                    </a:lnB>
                    <a:solidFill>
                      <a:srgbClr val="EDF4F5"/>
                    </a:solidFill>
                  </a:tcPr>
                </a:tc>
                <a:tc>
                  <a:txBody>
                    <a:bodyPr wrap="square" lIns="123825" tIns="85725" rIns="123825" bIns="85725">
                      <a:noAutofit/>
                    </a:bodyPr>
                    <a:lstStyle/>
                    <a:p>
                      <a:r>
                        <a:rPr sz="1800" b="0">
                          <a:solidFill>
                            <a:srgbClr val="163447"/>
                          </a:solidFill>
                          <a:latin typeface="DejaVu Sans"/>
                          <a:ea typeface="DejaVu Sans"/>
                          <a:cs typeface="DejaVu Sans"/>
                        </a:rPr>
                        <a:t>O(q log q)</a:t>
                      </a:r>
                    </a:p>
                  </a:txBody>
                  <a:tcPr marL="91440" marR="91440" marT="45720" marB="45720" anchor="ctr">
                    <a:lnR w="9525">
                      <a:solidFill>
                        <a:srgbClr val="B9CCD1"/>
                      </a:solidFill>
                      <a:prstDash val="solid"/>
                    </a:lnR>
                    <a:lnB w="9525">
                      <a:solidFill>
                        <a:srgbClr val="B9CCD1"/>
                      </a:solidFill>
                      <a:prstDash val="solid"/>
                    </a:lnB>
                    <a:solidFill>
                      <a:srgbClr val="EDF4F5"/>
                    </a:solidFill>
                  </a:tcPr>
                </a:tc>
                <a:tc>
                  <a:txBody>
                    <a:bodyPr wrap="square" lIns="123825" tIns="85725" rIns="123825" bIns="85725">
                      <a:noAutofit/>
                    </a:bodyPr>
                    <a:lstStyle/>
                    <a:p>
                      <a:r>
                        <a:rPr sz="1800" b="0">
                          <a:solidFill>
                            <a:srgbClr val="163447"/>
                          </a:solidFill>
                          <a:latin typeface="DejaVu Sans"/>
                          <a:ea typeface="DejaVu Sans"/>
                          <a:cs typeface="DejaVu Sans"/>
                        </a:rPr>
                        <a:t>O(q log q)</a:t>
                      </a:r>
                    </a:p>
                  </a:txBody>
                  <a:tcPr marL="91440" marR="91440" marT="45720" marB="45720" anchor="ctr">
                    <a:lnR w="9525">
                      <a:solidFill>
                        <a:srgbClr val="B9CCD1"/>
                      </a:solidFill>
                      <a:prstDash val="solid"/>
                    </a:lnR>
                    <a:lnB w="9525">
                      <a:solidFill>
                        <a:srgbClr val="B9CCD1"/>
                      </a:solidFill>
                      <a:prstDash val="solid"/>
                    </a:lnB>
                    <a:solidFill>
                      <a:srgbClr val="EDF4F5"/>
                    </a:solidFill>
                  </a:tcPr>
                </a:tc>
                <a:tc>
                  <a:txBody>
                    <a:bodyPr wrap="square" lIns="123825" tIns="85725" rIns="123825" bIns="85725">
                      <a:noAutofit/>
                    </a:bodyPr>
                    <a:lstStyle/>
                    <a:p>
                      <a:r>
                        <a:rPr sz="1800" b="0">
                          <a:solidFill>
                            <a:srgbClr val="163447"/>
                          </a:solidFill>
                          <a:latin typeface="DejaVu Sans"/>
                          <a:ea typeface="DejaVu Sans"/>
                          <a:cs typeface="DejaVu Sans"/>
                        </a:rPr>
                        <a:t>O(q) / O(q)</a:t>
                      </a:r>
                    </a:p>
                  </a:txBody>
                  <a:tcPr marL="91440" marR="91440" marT="45720" marB="45720" anchor="ctr">
                    <a:lnR w="9525">
                      <a:solidFill>
                        <a:srgbClr val="B9CCD1"/>
                      </a:solidFill>
                      <a:prstDash val="solid"/>
                    </a:lnR>
                    <a:lnB w="9525">
                      <a:solidFill>
                        <a:srgbClr val="B9CCD1"/>
                      </a:solidFill>
                      <a:prstDash val="solid"/>
                    </a:lnB>
                    <a:solidFill>
                      <a:srgbClr val="EDF4F5"/>
                    </a:solidFill>
                  </a:tcPr>
                </a:tc>
              </a:tr>
              <a:tr h="650875">
                <a:tc>
                  <a:txBody>
                    <a:bodyPr wrap="square" lIns="123825" tIns="85725" rIns="123825" bIns="85725">
                      <a:noAutofit/>
                    </a:bodyPr>
                    <a:lstStyle/>
                    <a:p>
                      <a:r>
                        <a:rPr sz="1800" b="0">
                          <a:solidFill>
                            <a:srgbClr val="163447"/>
                          </a:solidFill>
                          <a:latin typeface="DejaVu Sans"/>
                          <a:ea typeface="DejaVu Sans"/>
                          <a:cs typeface="DejaVu Sans"/>
                        </a:rPr>
                        <a:t>Retirar otra pendiente</a:t>
                      </a:r>
                    </a:p>
                  </a:txBody>
                  <a:tcPr marL="91440" marR="91440" marT="45720" marB="45720" anchor="ctr">
                    <a:lnL w="9525">
                      <a:solidFill>
                        <a:srgbClr val="B9CCD1"/>
                      </a:solidFill>
                      <a:prstDash val="solid"/>
                    </a:lnL>
                    <a:lnR w="9525">
                      <a:solidFill>
                        <a:srgbClr val="B9CCD1"/>
                      </a:solidFill>
                      <a:prstDash val="solid"/>
                    </a:lnR>
                    <a:lnB w="9525">
                      <a:solidFill>
                        <a:srgbClr val="B9CCD1"/>
                      </a:solidFill>
                      <a:prstDash val="solid"/>
                    </a:lnB>
                    <a:solidFill>
                      <a:srgbClr val="FFFFFF"/>
                    </a:solidFill>
                  </a:tcPr>
                </a:tc>
                <a:tc>
                  <a:txBody>
                    <a:bodyPr wrap="square" lIns="123825" tIns="85725" rIns="123825" bIns="85725">
                      <a:noAutofit/>
                    </a:bodyPr>
                    <a:lstStyle/>
                    <a:p>
                      <a:r>
                        <a:rPr sz="1800" b="0">
                          <a:solidFill>
                            <a:srgbClr val="163447"/>
                          </a:solidFill>
                          <a:latin typeface="DejaVu Sans"/>
                          <a:ea typeface="DejaVu Sans"/>
                          <a:cs typeface="DejaVu Sans"/>
                        </a:rPr>
                        <a:t>O(q)</a:t>
                      </a:r>
                    </a:p>
                  </a:txBody>
                  <a:tcPr marL="91440" marR="91440" marT="45720" marB="45720" anchor="ctr">
                    <a:lnR w="9525">
                      <a:solidFill>
                        <a:srgbClr val="B9CCD1"/>
                      </a:solidFill>
                      <a:prstDash val="solid"/>
                    </a:lnR>
                    <a:lnB w="9525">
                      <a:solidFill>
                        <a:srgbClr val="B9CCD1"/>
                      </a:solidFill>
                      <a:prstDash val="solid"/>
                    </a:lnB>
                    <a:solidFill>
                      <a:srgbClr val="FFFFFF"/>
                    </a:solidFill>
                  </a:tcPr>
                </a:tc>
                <a:tc>
                  <a:txBody>
                    <a:bodyPr wrap="square" lIns="123825" tIns="85725" rIns="123825" bIns="85725">
                      <a:noAutofit/>
                    </a:bodyPr>
                    <a:lstStyle/>
                    <a:p>
                      <a:r>
                        <a:rPr sz="1800" b="0">
                          <a:solidFill>
                            <a:srgbClr val="163447"/>
                          </a:solidFill>
                          <a:latin typeface="DejaVu Sans"/>
                          <a:ea typeface="DejaVu Sans"/>
                          <a:cs typeface="DejaVu Sans"/>
                        </a:rPr>
                        <a:t>O(q)</a:t>
                      </a:r>
                    </a:p>
                  </a:txBody>
                  <a:tcPr marL="91440" marR="91440" marT="45720" marB="45720" anchor="ctr">
                    <a:lnR w="9525">
                      <a:solidFill>
                        <a:srgbClr val="B9CCD1"/>
                      </a:solidFill>
                      <a:prstDash val="solid"/>
                    </a:lnR>
                    <a:lnB w="9525">
                      <a:solidFill>
                        <a:srgbClr val="B9CCD1"/>
                      </a:solidFill>
                      <a:prstDash val="solid"/>
                    </a:lnB>
                    <a:solidFill>
                      <a:srgbClr val="FFFFFF"/>
                    </a:solidFill>
                  </a:tcPr>
                </a:tc>
                <a:tc>
                  <a:txBody>
                    <a:bodyPr wrap="square" lIns="123825" tIns="85725" rIns="123825" bIns="85725">
                      <a:noAutofit/>
                    </a:bodyPr>
                    <a:lstStyle/>
                    <a:p>
                      <a:r>
                        <a:rPr sz="1800" b="0">
                          <a:solidFill>
                            <a:srgbClr val="163447"/>
                          </a:solidFill>
                          <a:latin typeface="DejaVu Sans"/>
                          <a:ea typeface="DejaVu Sans"/>
                          <a:cs typeface="DejaVu Sans"/>
                        </a:rPr>
                        <a:t>O(1) / O(1)</a:t>
                      </a:r>
                    </a:p>
                  </a:txBody>
                  <a:tcPr marL="91440" marR="91440" marT="45720" marB="45720" anchor="ctr">
                    <a:lnR w="9525">
                      <a:solidFill>
                        <a:srgbClr val="B9CCD1"/>
                      </a:solidFill>
                      <a:prstDash val="solid"/>
                    </a:lnR>
                    <a:lnB w="9525">
                      <a:solidFill>
                        <a:srgbClr val="B9CCD1"/>
                      </a:solidFill>
                      <a:prstDash val="solid"/>
                    </a:lnB>
                    <a:solidFill>
                      <a:srgbClr val="FFFFFF"/>
                    </a:solidFill>
                  </a:tcPr>
                </a:tc>
              </a:tr>
            </a:tbl>
          </a:graphicData>
        </a:graphic>
      </p:graphicFrame>
      <p:sp>
        <p:nvSpPr>
          <p:cNvPr id="5" name="texto-3">
            <a:extLst xmlns:a="http://schemas.openxmlformats.org/drawingml/2006/main">
              <a:ext uri="{FF2B5EF4-FFF2-40B4-BE49-F238E27FC236}">
                <a16:creationId xmlns:a16="http://schemas.microsoft.com/office/drawing/2014/main" id="{D386056F-D026-4E03-909E-3578044CB844}"/>
              </a:ext>
            </a:extLst>
          </p:cNvPr>
          <p:cNvSpPr>
            <a:spLocks xmlns:a="http://schemas.openxmlformats.org/drawingml/2006/main" noGrp="1"/>
          </p:cNvSpPr>
          <p:nvPr/>
        </p:nvSpPr>
        <p:spPr>
          <a:xfrm xmlns:a="http://schemas.openxmlformats.org/drawingml/2006/main">
            <a:off x="609600" y="5619750"/>
            <a:ext cx="10972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650" b="0">
                <a:solidFill>
                  <a:srgbClr val="52636D"/>
                </a:solidFill>
                <a:latin typeface="DejaVu Sans"/>
                <a:ea typeface="DejaVu Sans"/>
                <a:cs typeface="DejaVu Sans"/>
              </a:defRPr>
            </a:defPPr>
            <a:lvl1pPr>
              <a:defRPr sz="1650" b="0">
                <a:solidFill>
                  <a:srgbClr val="52636D"/>
                </a:solidFill>
                <a:latin typeface="DejaVu Sans"/>
                <a:ea typeface="DejaVu Sans"/>
                <a:cs typeface="DejaVu Sans"/>
              </a:defRPr>
            </a:lvl1pPr>
            <a:lvl2pPr>
              <a:defRPr sz="1650" b="0">
                <a:solidFill>
                  <a:srgbClr val="52636D"/>
                </a:solidFill>
                <a:latin typeface="DejaVu Sans"/>
                <a:ea typeface="DejaVu Sans"/>
                <a:cs typeface="DejaVu Sans"/>
              </a:defRPr>
            </a:lvl2pPr>
            <a:lvl3pPr>
              <a:defRPr sz="1650" b="0">
                <a:solidFill>
                  <a:srgbClr val="52636D"/>
                </a:solidFill>
                <a:latin typeface="DejaVu Sans"/>
                <a:ea typeface="DejaVu Sans"/>
                <a:cs typeface="DejaVu Sans"/>
              </a:defRPr>
            </a:lvl3pPr>
            <a:lvl4pPr>
              <a:defRPr sz="1650" b="0">
                <a:solidFill>
                  <a:srgbClr val="52636D"/>
                </a:solidFill>
                <a:latin typeface="DejaVu Sans"/>
                <a:ea typeface="DejaVu Sans"/>
                <a:cs typeface="DejaVu Sans"/>
              </a:defRPr>
            </a:lvl4pPr>
            <a:lvl5pPr>
              <a:defRPr sz="1650" b="0">
                <a:solidFill>
                  <a:srgbClr val="52636D"/>
                </a:solidFill>
                <a:latin typeface="DejaVu Sans"/>
                <a:ea typeface="DejaVu Sans"/>
                <a:cs typeface="DejaVu Sans"/>
              </a:defRPr>
            </a:lvl5pPr>
            <a:lvl6pPr>
              <a:defRPr sz="1650" b="0">
                <a:solidFill>
                  <a:srgbClr val="52636D"/>
                </a:solidFill>
                <a:latin typeface="DejaVu Sans"/>
                <a:ea typeface="DejaVu Sans"/>
                <a:cs typeface="DejaVu Sans"/>
              </a:defRPr>
            </a:lvl6pPr>
            <a:lvl7pPr>
              <a:defRPr sz="1650" b="0">
                <a:solidFill>
                  <a:srgbClr val="52636D"/>
                </a:solidFill>
                <a:latin typeface="DejaVu Sans"/>
                <a:ea typeface="DejaVu Sans"/>
                <a:cs typeface="DejaVu Sans"/>
              </a:defRPr>
            </a:lvl7pPr>
            <a:lvl8pPr>
              <a:defRPr sz="1650" b="0">
                <a:solidFill>
                  <a:srgbClr val="52636D"/>
                </a:solidFill>
                <a:latin typeface="DejaVu Sans"/>
                <a:ea typeface="DejaVu Sans"/>
                <a:cs typeface="DejaVu Sans"/>
              </a:defRPr>
            </a:lvl8pPr>
            <a:lvl9pPr>
              <a:defRPr sz="1650" b="0">
                <a:solidFill>
                  <a:srgbClr val="52636D"/>
                </a:solidFill>
                <a:latin typeface="DejaVu Sans"/>
                <a:ea typeface="DejaVu Sans"/>
                <a:cs typeface="DejaVu Sans"/>
              </a:defRPr>
            </a:lvl9pPr>
          </a:lstStyle>
          <a:p xmlns:a="http://schemas.openxmlformats.org/drawingml/2006/main">
            <a:pPr>
              <a:defRPr sz="1650" b="0">
                <a:solidFill>
                  <a:srgbClr val="52636D"/>
                </a:solidFill>
                <a:latin typeface="DejaVu Sans"/>
                <a:ea typeface="DejaVu Sans"/>
                <a:cs typeface="DejaVu Sans"/>
              </a:defRPr>
            </a:pPr>
            <a:r>
              <a:rPr sz="1650" b="0">
                <a:solidFill>
                  <a:srgbClr val="52636D"/>
                </a:solidFill>
                <a:latin typeface="DejaVu Sans"/>
                <a:ea typeface="DejaVu Sans"/>
                <a:cs typeface="DejaVu Sans"/>
              </a:rPr>
              <a:t>q: pendientes. w: trabajadores. a: asignaciones. Memoria total lineal en ambas.</a:t>
            </a:r>
          </a:p>
        </p:txBody>
      </p:sp>
      <p:sp>
        <p:nvSpPr>
          <p:cNvPr id="6" name="texto-4">
            <a:extLst xmlns:a="http://schemas.openxmlformats.org/drawingml/2006/main">
              <a:ext uri="{FF2B5EF4-FFF2-40B4-BE49-F238E27FC236}">
                <a16:creationId xmlns:a16="http://schemas.microsoft.com/office/drawing/2014/main" id="{FAF0F243-55F7-49A8-B4E1-D8504AC6948B}"/>
              </a:ext>
            </a:extLst>
          </p:cNvPr>
          <p:cNvSpPr>
            <a:spLocks xmlns:a="http://schemas.openxmlformats.org/drawingml/2006/main" noGrp="1"/>
          </p:cNvSpPr>
          <p:nvPr/>
        </p:nvSpPr>
        <p:spPr>
          <a:xfrm xmlns:a="http://schemas.openxmlformats.org/drawingml/2006/main">
            <a:off x="609600" y="6048375"/>
            <a:ext cx="10972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650" b="0">
                <a:solidFill>
                  <a:srgbClr val="52636D"/>
                </a:solidFill>
                <a:latin typeface="DejaVu Sans"/>
                <a:ea typeface="DejaVu Sans"/>
                <a:cs typeface="DejaVu Sans"/>
              </a:defRPr>
            </a:defPPr>
            <a:lvl1pPr>
              <a:defRPr sz="1650" b="0">
                <a:solidFill>
                  <a:srgbClr val="52636D"/>
                </a:solidFill>
                <a:latin typeface="DejaVu Sans"/>
                <a:ea typeface="DejaVu Sans"/>
                <a:cs typeface="DejaVu Sans"/>
              </a:defRPr>
            </a:lvl1pPr>
            <a:lvl2pPr>
              <a:defRPr sz="1650" b="0">
                <a:solidFill>
                  <a:srgbClr val="52636D"/>
                </a:solidFill>
                <a:latin typeface="DejaVu Sans"/>
                <a:ea typeface="DejaVu Sans"/>
                <a:cs typeface="DejaVu Sans"/>
              </a:defRPr>
            </a:lvl2pPr>
            <a:lvl3pPr>
              <a:defRPr sz="1650" b="0">
                <a:solidFill>
                  <a:srgbClr val="52636D"/>
                </a:solidFill>
                <a:latin typeface="DejaVu Sans"/>
                <a:ea typeface="DejaVu Sans"/>
                <a:cs typeface="DejaVu Sans"/>
              </a:defRPr>
            </a:lvl3pPr>
            <a:lvl4pPr>
              <a:defRPr sz="1650" b="0">
                <a:solidFill>
                  <a:srgbClr val="52636D"/>
                </a:solidFill>
                <a:latin typeface="DejaVu Sans"/>
                <a:ea typeface="DejaVu Sans"/>
                <a:cs typeface="DejaVu Sans"/>
              </a:defRPr>
            </a:lvl4pPr>
            <a:lvl5pPr>
              <a:defRPr sz="1650" b="0">
                <a:solidFill>
                  <a:srgbClr val="52636D"/>
                </a:solidFill>
                <a:latin typeface="DejaVu Sans"/>
                <a:ea typeface="DejaVu Sans"/>
                <a:cs typeface="DejaVu Sans"/>
              </a:defRPr>
            </a:lvl5pPr>
            <a:lvl6pPr>
              <a:defRPr sz="1650" b="0">
                <a:solidFill>
                  <a:srgbClr val="52636D"/>
                </a:solidFill>
                <a:latin typeface="DejaVu Sans"/>
                <a:ea typeface="DejaVu Sans"/>
                <a:cs typeface="DejaVu Sans"/>
              </a:defRPr>
            </a:lvl6pPr>
            <a:lvl7pPr>
              <a:defRPr sz="1650" b="0">
                <a:solidFill>
                  <a:srgbClr val="52636D"/>
                </a:solidFill>
                <a:latin typeface="DejaVu Sans"/>
                <a:ea typeface="DejaVu Sans"/>
                <a:cs typeface="DejaVu Sans"/>
              </a:defRPr>
            </a:lvl7pPr>
            <a:lvl8pPr>
              <a:defRPr sz="1650" b="0">
                <a:solidFill>
                  <a:srgbClr val="52636D"/>
                </a:solidFill>
                <a:latin typeface="DejaVu Sans"/>
                <a:ea typeface="DejaVu Sans"/>
                <a:cs typeface="DejaVu Sans"/>
              </a:defRPr>
            </a:lvl8pPr>
            <a:lvl9pPr>
              <a:defRPr sz="1650" b="0">
                <a:solidFill>
                  <a:srgbClr val="52636D"/>
                </a:solidFill>
                <a:latin typeface="DejaVu Sans"/>
                <a:ea typeface="DejaVu Sans"/>
                <a:cs typeface="DejaVu Sans"/>
              </a:defRPr>
            </a:lvl9pPr>
          </a:lstStyle>
          <a:p xmlns:a="http://schemas.openxmlformats.org/drawingml/2006/main">
            <a:pPr>
              <a:defRPr sz="1650" b="0">
                <a:solidFill>
                  <a:srgbClr val="52636D"/>
                </a:solidFill>
                <a:latin typeface="DejaVu Sans"/>
                <a:ea typeface="DejaVu Sans"/>
                <a:cs typeface="DejaVu Sans"/>
              </a:defRPr>
            </a:pPr>
            <a:r>
              <a:rPr sz="1650" b="0">
                <a:solidFill>
                  <a:srgbClr val="52636D"/>
                </a:solidFill>
                <a:latin typeface="DejaVu Sans"/>
                <a:ea typeface="DejaVu Sans"/>
                <a:cs typeface="DejaVu Sans"/>
              </a:rPr>
              <a:t>Actualizar prioridad y retirar otra pendiente cuestan O(q); validar cruces cuesta O(a).</a:t>
            </a:r>
          </a:p>
        </p:txBody>
      </p:sp>
    </p:spTree>
    <p:extLst>
      <p:ext uri="{BB962C8B-B14F-4D97-AF65-F5344CB8AC3E}">
        <p14:creationId xmlns:p14="http://schemas.microsoft.com/office/powerpoint/2010/main" val="8125055"/>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texto-0">
            <a:extLst xmlns:a="http://schemas.openxmlformats.org/drawingml/2006/main">
              <a:ext uri="{FF2B5EF4-FFF2-40B4-BE49-F238E27FC236}">
                <a16:creationId xmlns:a16="http://schemas.microsoft.com/office/drawing/2014/main" id="{FEFB6E55-1D55-4E00-ABCE-1DAF0FC93448}"/>
              </a:ext>
            </a:extLst>
          </p:cNvPr>
          <p:cNvSpPr>
            <a:spLocks xmlns:a="http://schemas.openxmlformats.org/drawingml/2006/main" noGrp="1"/>
          </p:cNvSpPr>
          <p:nvPr/>
        </p:nvSpPr>
        <p:spPr>
          <a:xfrm xmlns:a="http://schemas.openxmlformats.org/drawingml/2006/main">
            <a:off x="609600" y="400050"/>
            <a:ext cx="109728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300" b="1">
                <a:solidFill>
                  <a:srgbClr val="163447"/>
                </a:solidFill>
                <a:latin typeface="DejaVu Sans"/>
                <a:ea typeface="DejaVu Sans"/>
                <a:cs typeface="DejaVu Sans"/>
              </a:defRPr>
            </a:defPPr>
            <a:lvl1pPr>
              <a:defRPr sz="3300" b="1">
                <a:solidFill>
                  <a:srgbClr val="163447"/>
                </a:solidFill>
                <a:latin typeface="DejaVu Sans"/>
                <a:ea typeface="DejaVu Sans"/>
                <a:cs typeface="DejaVu Sans"/>
              </a:defRPr>
            </a:lvl1pPr>
            <a:lvl2pPr>
              <a:defRPr sz="3300" b="1">
                <a:solidFill>
                  <a:srgbClr val="163447"/>
                </a:solidFill>
                <a:latin typeface="DejaVu Sans"/>
                <a:ea typeface="DejaVu Sans"/>
                <a:cs typeface="DejaVu Sans"/>
              </a:defRPr>
            </a:lvl2pPr>
            <a:lvl3pPr>
              <a:defRPr sz="3300" b="1">
                <a:solidFill>
                  <a:srgbClr val="163447"/>
                </a:solidFill>
                <a:latin typeface="DejaVu Sans"/>
                <a:ea typeface="DejaVu Sans"/>
                <a:cs typeface="DejaVu Sans"/>
              </a:defRPr>
            </a:lvl3pPr>
            <a:lvl4pPr>
              <a:defRPr sz="3300" b="1">
                <a:solidFill>
                  <a:srgbClr val="163447"/>
                </a:solidFill>
                <a:latin typeface="DejaVu Sans"/>
                <a:ea typeface="DejaVu Sans"/>
                <a:cs typeface="DejaVu Sans"/>
              </a:defRPr>
            </a:lvl4pPr>
            <a:lvl5pPr>
              <a:defRPr sz="3300" b="1">
                <a:solidFill>
                  <a:srgbClr val="163447"/>
                </a:solidFill>
                <a:latin typeface="DejaVu Sans"/>
                <a:ea typeface="DejaVu Sans"/>
                <a:cs typeface="DejaVu Sans"/>
              </a:defRPr>
            </a:lvl5pPr>
            <a:lvl6pPr>
              <a:defRPr sz="3300" b="1">
                <a:solidFill>
                  <a:srgbClr val="163447"/>
                </a:solidFill>
                <a:latin typeface="DejaVu Sans"/>
                <a:ea typeface="DejaVu Sans"/>
                <a:cs typeface="DejaVu Sans"/>
              </a:defRPr>
            </a:lvl6pPr>
            <a:lvl7pPr>
              <a:defRPr sz="3300" b="1">
                <a:solidFill>
                  <a:srgbClr val="163447"/>
                </a:solidFill>
                <a:latin typeface="DejaVu Sans"/>
                <a:ea typeface="DejaVu Sans"/>
                <a:cs typeface="DejaVu Sans"/>
              </a:defRPr>
            </a:lvl7pPr>
            <a:lvl8pPr>
              <a:defRPr sz="3300" b="1">
                <a:solidFill>
                  <a:srgbClr val="163447"/>
                </a:solidFill>
                <a:latin typeface="DejaVu Sans"/>
                <a:ea typeface="DejaVu Sans"/>
                <a:cs typeface="DejaVu Sans"/>
              </a:defRPr>
            </a:lvl8pPr>
            <a:lvl9pPr>
              <a:defRPr sz="3300" b="1">
                <a:solidFill>
                  <a:srgbClr val="163447"/>
                </a:solidFill>
                <a:latin typeface="DejaVu Sans"/>
                <a:ea typeface="DejaVu Sans"/>
                <a:cs typeface="DejaVu Sans"/>
              </a:defRPr>
            </a:lvl9pPr>
          </a:lstStyle>
          <a:p xmlns:a="http://schemas.openxmlformats.org/drawingml/2006/main">
            <a:pPr>
              <a:defRPr sz="3300" b="1">
                <a:solidFill>
                  <a:srgbClr val="163447"/>
                </a:solidFill>
                <a:latin typeface="DejaVu Sans"/>
                <a:ea typeface="DejaVu Sans"/>
                <a:cs typeface="DejaVu Sans"/>
              </a:defRPr>
            </a:pPr>
            <a:r>
              <a:rPr sz="3300" b="1">
                <a:solidFill>
                  <a:srgbClr val="163447"/>
                </a:solidFill>
                <a:latin typeface="DejaVu Sans"/>
                <a:ea typeface="DejaVu Sans"/>
                <a:cs typeface="DejaVu Sans"/>
              </a:rPr>
              <a:t>Selección de la alternativa B</a:t>
            </a:r>
          </a:p>
        </p:txBody>
      </p:sp>
      <p:sp>
        <p:nvSpPr>
          <p:cNvPr id="2" name="texto-1">
            <a:extLst xmlns:a="http://schemas.openxmlformats.org/drawingml/2006/main">
              <a:ext uri="{FF2B5EF4-FFF2-40B4-BE49-F238E27FC236}">
                <a16:creationId xmlns:a16="http://schemas.microsoft.com/office/drawing/2014/main" id="{C9BE4798-7E13-47EE-A71A-A49BAD77DCD1}"/>
              </a:ext>
            </a:extLst>
          </p:cNvPr>
          <p:cNvSpPr>
            <a:spLocks xmlns:a="http://schemas.openxmlformats.org/drawingml/2006/main" noGrp="1"/>
          </p:cNvSpPr>
          <p:nvPr/>
        </p:nvSpPr>
        <p:spPr>
          <a:xfrm xmlns:a="http://schemas.openxmlformats.org/drawingml/2006/main">
            <a:off x="609600" y="64960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125" b="0">
                <a:solidFill>
                  <a:srgbClr val="52636D"/>
                </a:solidFill>
                <a:latin typeface="DejaVu Sans"/>
                <a:ea typeface="DejaVu Sans"/>
                <a:cs typeface="DejaVu Sans"/>
              </a:defRPr>
            </a:defPPr>
            <a:lvl1pPr>
              <a:defRPr sz="1125" b="0">
                <a:solidFill>
                  <a:srgbClr val="52636D"/>
                </a:solidFill>
                <a:latin typeface="DejaVu Sans"/>
                <a:ea typeface="DejaVu Sans"/>
                <a:cs typeface="DejaVu Sans"/>
              </a:defRPr>
            </a:lvl1pPr>
            <a:lvl2pPr>
              <a:defRPr sz="1125" b="0">
                <a:solidFill>
                  <a:srgbClr val="52636D"/>
                </a:solidFill>
                <a:latin typeface="DejaVu Sans"/>
                <a:ea typeface="DejaVu Sans"/>
                <a:cs typeface="DejaVu Sans"/>
              </a:defRPr>
            </a:lvl2pPr>
            <a:lvl3pPr>
              <a:defRPr sz="1125" b="0">
                <a:solidFill>
                  <a:srgbClr val="52636D"/>
                </a:solidFill>
                <a:latin typeface="DejaVu Sans"/>
                <a:ea typeface="DejaVu Sans"/>
                <a:cs typeface="DejaVu Sans"/>
              </a:defRPr>
            </a:lvl3pPr>
            <a:lvl4pPr>
              <a:defRPr sz="1125" b="0">
                <a:solidFill>
                  <a:srgbClr val="52636D"/>
                </a:solidFill>
                <a:latin typeface="DejaVu Sans"/>
                <a:ea typeface="DejaVu Sans"/>
                <a:cs typeface="DejaVu Sans"/>
              </a:defRPr>
            </a:lvl4pPr>
            <a:lvl5pPr>
              <a:defRPr sz="1125" b="0">
                <a:solidFill>
                  <a:srgbClr val="52636D"/>
                </a:solidFill>
                <a:latin typeface="DejaVu Sans"/>
                <a:ea typeface="DejaVu Sans"/>
                <a:cs typeface="DejaVu Sans"/>
              </a:defRPr>
            </a:lvl5pPr>
            <a:lvl6pPr>
              <a:defRPr sz="1125" b="0">
                <a:solidFill>
                  <a:srgbClr val="52636D"/>
                </a:solidFill>
                <a:latin typeface="DejaVu Sans"/>
                <a:ea typeface="DejaVu Sans"/>
                <a:cs typeface="DejaVu Sans"/>
              </a:defRPr>
            </a:lvl6pPr>
            <a:lvl7pPr>
              <a:defRPr sz="1125" b="0">
                <a:solidFill>
                  <a:srgbClr val="52636D"/>
                </a:solidFill>
                <a:latin typeface="DejaVu Sans"/>
                <a:ea typeface="DejaVu Sans"/>
                <a:cs typeface="DejaVu Sans"/>
              </a:defRPr>
            </a:lvl7pPr>
            <a:lvl8pPr>
              <a:defRPr sz="1125" b="0">
                <a:solidFill>
                  <a:srgbClr val="52636D"/>
                </a:solidFill>
                <a:latin typeface="DejaVu Sans"/>
                <a:ea typeface="DejaVu Sans"/>
                <a:cs typeface="DejaVu Sans"/>
              </a:defRPr>
            </a:lvl8pPr>
            <a:lvl9pPr>
              <a:defRPr sz="1125" b="0">
                <a:solidFill>
                  <a:srgbClr val="52636D"/>
                </a:solidFill>
                <a:latin typeface="DejaVu Sans"/>
                <a:ea typeface="DejaVu Sans"/>
                <a:cs typeface="DejaVu Sans"/>
              </a:defRPr>
            </a:lvl9pPr>
          </a:lstStyle>
          <a:p xmlns:a="http://schemas.openxmlformats.org/drawingml/2006/main">
            <a:pPr>
              <a:defRPr sz="1125" b="0">
                <a:solidFill>
                  <a:srgbClr val="52636D"/>
                </a:solidFill>
                <a:latin typeface="DejaVu Sans"/>
                <a:ea typeface="DejaVu Sans"/>
                <a:cs typeface="DejaVu Sans"/>
              </a:defRPr>
            </a:pPr>
            <a:r>
              <a:rPr sz="1125" b="0">
                <a:solidFill>
                  <a:srgbClr val="52636D"/>
                </a:solidFill>
                <a:latin typeface="DejaVu Sans"/>
                <a:ea typeface="DejaVu Sans"/>
                <a:cs typeface="DejaVu Sans"/>
              </a:rPr>
              <a:t>Dizeo   Programación III   Progreso 1</a:t>
            </a:r>
          </a:p>
        </p:txBody>
      </p:sp>
      <p:sp>
        <p:nvSpPr>
          <p:cNvPr id="3" name="texto-2">
            <a:extLst xmlns:a="http://schemas.openxmlformats.org/drawingml/2006/main">
              <a:ext uri="{FF2B5EF4-FFF2-40B4-BE49-F238E27FC236}">
                <a16:creationId xmlns:a16="http://schemas.microsoft.com/office/drawing/2014/main" id="{57D5A59F-5C70-40A8-91FE-31CA24223E35}"/>
              </a:ext>
            </a:extLst>
          </p:cNvPr>
          <p:cNvSpPr>
            <a:spLocks xmlns:a="http://schemas.openxmlformats.org/drawingml/2006/main" noGrp="1"/>
          </p:cNvSpPr>
          <p:nvPr/>
        </p:nvSpPr>
        <p:spPr>
          <a:xfrm xmlns:a="http://schemas.openxmlformats.org/drawingml/2006/main">
            <a:off x="11239500" y="649605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125" b="0">
                <a:solidFill>
                  <a:srgbClr val="52636D"/>
                </a:solidFill>
                <a:latin typeface="DejaVu Sans"/>
                <a:ea typeface="DejaVu Sans"/>
                <a:cs typeface="DejaVu Sans"/>
              </a:defRPr>
            </a:defPPr>
            <a:lvl1pPr>
              <a:defRPr sz="1125" b="0">
                <a:solidFill>
                  <a:srgbClr val="52636D"/>
                </a:solidFill>
                <a:latin typeface="DejaVu Sans"/>
                <a:ea typeface="DejaVu Sans"/>
                <a:cs typeface="DejaVu Sans"/>
              </a:defRPr>
            </a:lvl1pPr>
            <a:lvl2pPr>
              <a:defRPr sz="1125" b="0">
                <a:solidFill>
                  <a:srgbClr val="52636D"/>
                </a:solidFill>
                <a:latin typeface="DejaVu Sans"/>
                <a:ea typeface="DejaVu Sans"/>
                <a:cs typeface="DejaVu Sans"/>
              </a:defRPr>
            </a:lvl2pPr>
            <a:lvl3pPr>
              <a:defRPr sz="1125" b="0">
                <a:solidFill>
                  <a:srgbClr val="52636D"/>
                </a:solidFill>
                <a:latin typeface="DejaVu Sans"/>
                <a:ea typeface="DejaVu Sans"/>
                <a:cs typeface="DejaVu Sans"/>
              </a:defRPr>
            </a:lvl3pPr>
            <a:lvl4pPr>
              <a:defRPr sz="1125" b="0">
                <a:solidFill>
                  <a:srgbClr val="52636D"/>
                </a:solidFill>
                <a:latin typeface="DejaVu Sans"/>
                <a:ea typeface="DejaVu Sans"/>
                <a:cs typeface="DejaVu Sans"/>
              </a:defRPr>
            </a:lvl4pPr>
            <a:lvl5pPr>
              <a:defRPr sz="1125" b="0">
                <a:solidFill>
                  <a:srgbClr val="52636D"/>
                </a:solidFill>
                <a:latin typeface="DejaVu Sans"/>
                <a:ea typeface="DejaVu Sans"/>
                <a:cs typeface="DejaVu Sans"/>
              </a:defRPr>
            </a:lvl5pPr>
            <a:lvl6pPr>
              <a:defRPr sz="1125" b="0">
                <a:solidFill>
                  <a:srgbClr val="52636D"/>
                </a:solidFill>
                <a:latin typeface="DejaVu Sans"/>
                <a:ea typeface="DejaVu Sans"/>
                <a:cs typeface="DejaVu Sans"/>
              </a:defRPr>
            </a:lvl6pPr>
            <a:lvl7pPr>
              <a:defRPr sz="1125" b="0">
                <a:solidFill>
                  <a:srgbClr val="52636D"/>
                </a:solidFill>
                <a:latin typeface="DejaVu Sans"/>
                <a:ea typeface="DejaVu Sans"/>
                <a:cs typeface="DejaVu Sans"/>
              </a:defRPr>
            </a:lvl7pPr>
            <a:lvl8pPr>
              <a:defRPr sz="1125" b="0">
                <a:solidFill>
                  <a:srgbClr val="52636D"/>
                </a:solidFill>
                <a:latin typeface="DejaVu Sans"/>
                <a:ea typeface="DejaVu Sans"/>
                <a:cs typeface="DejaVu Sans"/>
              </a:defRPr>
            </a:lvl8pPr>
            <a:lvl9pPr>
              <a:defRPr sz="1125" b="0">
                <a:solidFill>
                  <a:srgbClr val="52636D"/>
                </a:solidFill>
                <a:latin typeface="DejaVu Sans"/>
                <a:ea typeface="DejaVu Sans"/>
                <a:cs typeface="DejaVu Sans"/>
              </a:defRPr>
            </a:lvl9pPr>
          </a:lstStyle>
          <a:p xmlns:a="http://schemas.openxmlformats.org/drawingml/2006/main">
            <a:pPr>
              <a:defRPr sz="1125" b="0">
                <a:solidFill>
                  <a:srgbClr val="52636D"/>
                </a:solidFill>
                <a:latin typeface="DejaVu Sans"/>
                <a:ea typeface="DejaVu Sans"/>
                <a:cs typeface="DejaVu Sans"/>
              </a:defRPr>
            </a:pPr>
            <a:r>
              <a:rPr sz="1125" b="0">
                <a:solidFill>
                  <a:srgbClr val="52636D"/>
                </a:solidFill>
                <a:latin typeface="DejaVu Sans"/>
                <a:ea typeface="DejaVu Sans"/>
                <a:cs typeface="DejaVu Sans"/>
              </a:rPr>
              <a:t>8</a:t>
            </a:r>
          </a:p>
        </p:txBody>
      </p:sp>
      <p:graphicFrame>
        <p:nvGraphicFramePr>
          <p:cNvPr id="4" name="">
            <a:extLst xmlns:a="http://schemas.openxmlformats.org/drawingml/2006/main">
              <a:ext uri="{FF2B5EF4-FFF2-40B4-BE49-F238E27FC236}">
                <a16:creationId xmlns:a16="http://schemas.microsoft.com/office/drawing/2014/main" id="{F7171DCF-9C11-4FCC-8E40-C8559165EF55}"/>
              </a:ext>
            </a:extLst>
          </p:cNvPr>
          <p:cNvGraphicFramePr/>
          <p:nvPr/>
        </p:nvGraphicFramePr>
        <p:xfrm>
          <a:off xmlns:a="http://schemas.openxmlformats.org/drawingml/2006/main" x="609600" y="1428750"/>
          <a:ext xmlns:a="http://schemas.openxmlformats.org/drawingml/2006/main" cx="10972800" cy="4000500"/>
        </p:xfrm>
        <a:graphic xmlns:a="http://schemas.openxmlformats.org/drawingml/2006/main">
          <a:graphicData uri="http://schemas.openxmlformats.org/drawingml/2006/table">
            <a:tbl>
              <a:tblPr/>
              <a:tblGrid>
                <a:gridCol w="2952750"/>
                <a:gridCol w="8020050"/>
              </a:tblGrid>
              <a:tr h="666750">
                <a:tc>
                  <a:txBody>
                    <a:bodyPr wrap="square" lIns="123825" tIns="85725" rIns="123825" bIns="85725">
                      <a:noAutofit/>
                    </a:bodyPr>
                    <a:lstStyle/>
                    <a:p>
                      <a:r>
                        <a:rPr sz="1875" b="1">
                          <a:solidFill>
                            <a:srgbClr val="FFFFFF"/>
                          </a:solidFill>
                          <a:latin typeface="DejaVu Sans"/>
                          <a:ea typeface="DejaVu Sans"/>
                          <a:cs typeface="DejaVu Sans"/>
                        </a:rPr>
                        <a:t>Criterio</a:t>
                      </a:r>
                    </a:p>
                  </a:txBody>
                  <a:tcPr marL="91440" marR="91440" marT="45720" marB="45720" anchor="ctr">
                    <a:lnL w="9525">
                      <a:solidFill>
                        <a:srgbClr val="B9CCD1"/>
                      </a:solidFill>
                      <a:prstDash val="solid"/>
                    </a:lnL>
                    <a:lnR w="9525">
                      <a:solidFill>
                        <a:srgbClr val="B9CCD1"/>
                      </a:solidFill>
                      <a:prstDash val="solid"/>
                    </a:lnR>
                    <a:lnT w="9525">
                      <a:solidFill>
                        <a:srgbClr val="B9CCD1"/>
                      </a:solidFill>
                      <a:prstDash val="solid"/>
                    </a:lnT>
                    <a:lnB w="9525">
                      <a:solidFill>
                        <a:srgbClr val="B9CCD1"/>
                      </a:solidFill>
                      <a:prstDash val="solid"/>
                    </a:lnB>
                    <a:solidFill>
                      <a:srgbClr val="163447"/>
                    </a:solidFill>
                  </a:tcPr>
                </a:tc>
                <a:tc>
                  <a:txBody>
                    <a:bodyPr wrap="square" lIns="123825" tIns="85725" rIns="123825" bIns="85725">
                      <a:noAutofit/>
                    </a:bodyPr>
                    <a:lstStyle/>
                    <a:p>
                      <a:r>
                        <a:rPr sz="1875" b="1">
                          <a:solidFill>
                            <a:srgbClr val="FFFFFF"/>
                          </a:solidFill>
                          <a:latin typeface="DejaVu Sans"/>
                          <a:ea typeface="DejaVu Sans"/>
                          <a:cs typeface="DejaVu Sans"/>
                        </a:rPr>
                        <a:t>Fundamento</a:t>
                      </a:r>
                    </a:p>
                  </a:txBody>
                  <a:tcPr marL="91440" marR="91440" marT="45720" marB="45720" anchor="ctr">
                    <a:lnR w="9525">
                      <a:solidFill>
                        <a:srgbClr val="B9CCD1"/>
                      </a:solidFill>
                      <a:prstDash val="solid"/>
                    </a:lnR>
                    <a:lnT w="9525">
                      <a:solidFill>
                        <a:srgbClr val="B9CCD1"/>
                      </a:solidFill>
                      <a:prstDash val="solid"/>
                    </a:lnT>
                    <a:lnB w="9525">
                      <a:solidFill>
                        <a:srgbClr val="B9CCD1"/>
                      </a:solidFill>
                      <a:prstDash val="solid"/>
                    </a:lnB>
                    <a:solidFill>
                      <a:srgbClr val="163447"/>
                    </a:solidFill>
                  </a:tcPr>
                </a:tc>
              </a:tr>
              <a:tr h="666750">
                <a:tc>
                  <a:txBody>
                    <a:bodyPr wrap="square" lIns="123825" tIns="85725" rIns="123825" bIns="85725">
                      <a:noAutofit/>
                    </a:bodyPr>
                    <a:lstStyle/>
                    <a:p>
                      <a:r>
                        <a:rPr sz="1875" b="0">
                          <a:solidFill>
                            <a:srgbClr val="163447"/>
                          </a:solidFill>
                          <a:latin typeface="DejaVu Sans"/>
                          <a:ea typeface="DejaVu Sans"/>
                          <a:cs typeface="DejaVu Sans"/>
                        </a:rPr>
                        <a:t>Adecuación</a:t>
                      </a:r>
                    </a:p>
                  </a:txBody>
                  <a:tcPr marL="91440" marR="91440" marT="45720" marB="45720" anchor="ctr">
                    <a:lnL w="9525">
                      <a:solidFill>
                        <a:srgbClr val="B9CCD1"/>
                      </a:solidFill>
                      <a:prstDash val="solid"/>
                    </a:lnL>
                    <a:lnR w="9525">
                      <a:solidFill>
                        <a:srgbClr val="B9CCD1"/>
                      </a:solidFill>
                      <a:prstDash val="solid"/>
                    </a:lnR>
                    <a:lnB w="9525">
                      <a:solidFill>
                        <a:srgbClr val="B9CCD1"/>
                      </a:solidFill>
                      <a:prstDash val="solid"/>
                    </a:lnB>
                    <a:solidFill>
                      <a:srgbClr val="FFFFFF"/>
                    </a:solidFill>
                  </a:tcPr>
                </a:tc>
                <a:tc>
                  <a:txBody>
                    <a:bodyPr wrap="square" lIns="123825" tIns="85725" rIns="123825" bIns="85725">
                      <a:noAutofit/>
                    </a:bodyPr>
                    <a:lstStyle/>
                    <a:p>
                      <a:r>
                        <a:rPr sz="1875" b="0">
                          <a:solidFill>
                            <a:srgbClr val="163447"/>
                          </a:solidFill>
                          <a:latin typeface="DejaVu Sans"/>
                          <a:ea typeface="DejaVu Sans"/>
                          <a:cs typeface="DejaVu Sans"/>
                        </a:rPr>
                        <a:t>HashMap para código; PriorityQueue para próximas actividades.</a:t>
                      </a:r>
                    </a:p>
                  </a:txBody>
                  <a:tcPr marL="91440" marR="91440" marT="45720" marB="45720" anchor="ctr">
                    <a:lnR w="9525">
                      <a:solidFill>
                        <a:srgbClr val="B9CCD1"/>
                      </a:solidFill>
                      <a:prstDash val="solid"/>
                    </a:lnR>
                    <a:lnB w="9525">
                      <a:solidFill>
                        <a:srgbClr val="B9CCD1"/>
                      </a:solidFill>
                      <a:prstDash val="solid"/>
                    </a:lnB>
                    <a:solidFill>
                      <a:srgbClr val="FFFFFF"/>
                    </a:solidFill>
                  </a:tcPr>
                </a:tc>
              </a:tr>
              <a:tr h="666750">
                <a:tc>
                  <a:txBody>
                    <a:bodyPr wrap="square" lIns="123825" tIns="85725" rIns="123825" bIns="85725">
                      <a:noAutofit/>
                    </a:bodyPr>
                    <a:lstStyle/>
                    <a:p>
                      <a:r>
                        <a:rPr sz="1875" b="0">
                          <a:solidFill>
                            <a:srgbClr val="163447"/>
                          </a:solidFill>
                          <a:latin typeface="DejaVu Sans"/>
                          <a:ea typeface="DejaVu Sans"/>
                          <a:cs typeface="DejaVu Sans"/>
                        </a:rPr>
                        <a:t>Tiempo</a:t>
                      </a:r>
                    </a:p>
                  </a:txBody>
                  <a:tcPr marL="91440" marR="91440" marT="45720" marB="45720" anchor="ctr">
                    <a:lnL w="9525">
                      <a:solidFill>
                        <a:srgbClr val="B9CCD1"/>
                      </a:solidFill>
                      <a:prstDash val="solid"/>
                    </a:lnL>
                    <a:lnR w="9525">
                      <a:solidFill>
                        <a:srgbClr val="B9CCD1"/>
                      </a:solidFill>
                      <a:prstDash val="solid"/>
                    </a:lnR>
                    <a:lnB w="9525">
                      <a:solidFill>
                        <a:srgbClr val="B9CCD1"/>
                      </a:solidFill>
                      <a:prstDash val="solid"/>
                    </a:lnB>
                    <a:solidFill>
                      <a:srgbClr val="EDF4F5"/>
                    </a:solidFill>
                  </a:tcPr>
                </a:tc>
                <a:tc>
                  <a:txBody>
                    <a:bodyPr wrap="square" lIns="123825" tIns="85725" rIns="123825" bIns="85725">
                      <a:noAutofit/>
                    </a:bodyPr>
                    <a:lstStyle/>
                    <a:p>
                      <a:r>
                        <a:rPr sz="1875" b="0">
                          <a:solidFill>
                            <a:srgbClr val="163447"/>
                          </a:solidFill>
                          <a:latin typeface="DejaVu Sans"/>
                          <a:ea typeface="DejaVu Sans"/>
                          <a:cs typeface="DejaVu Sans"/>
                        </a:rPr>
                        <a:t>Búsqueda esperada O(1) y extracción de próxima O(log q).</a:t>
                      </a:r>
                    </a:p>
                  </a:txBody>
                  <a:tcPr marL="91440" marR="91440" marT="45720" marB="45720" anchor="ctr">
                    <a:lnR w="9525">
                      <a:solidFill>
                        <a:srgbClr val="B9CCD1"/>
                      </a:solidFill>
                      <a:prstDash val="solid"/>
                    </a:lnR>
                    <a:lnB w="9525">
                      <a:solidFill>
                        <a:srgbClr val="B9CCD1"/>
                      </a:solidFill>
                      <a:prstDash val="solid"/>
                    </a:lnB>
                    <a:solidFill>
                      <a:srgbClr val="EDF4F5"/>
                    </a:solidFill>
                  </a:tcPr>
                </a:tc>
              </a:tr>
              <a:tr h="666750">
                <a:tc>
                  <a:txBody>
                    <a:bodyPr wrap="square" lIns="123825" tIns="85725" rIns="123825" bIns="85725">
                      <a:noAutofit/>
                    </a:bodyPr>
                    <a:lstStyle/>
                    <a:p>
                      <a:r>
                        <a:rPr sz="1875" b="0">
                          <a:solidFill>
                            <a:srgbClr val="163447"/>
                          </a:solidFill>
                          <a:latin typeface="DejaVu Sans"/>
                          <a:ea typeface="DejaVu Sans"/>
                          <a:cs typeface="DejaVu Sans"/>
                        </a:rPr>
                        <a:t>Memoria y escala</a:t>
                      </a:r>
                    </a:p>
                  </a:txBody>
                  <a:tcPr marL="91440" marR="91440" marT="45720" marB="45720" anchor="ctr">
                    <a:lnL w="9525">
                      <a:solidFill>
                        <a:srgbClr val="B9CCD1"/>
                      </a:solidFill>
                      <a:prstDash val="solid"/>
                    </a:lnL>
                    <a:lnR w="9525">
                      <a:solidFill>
                        <a:srgbClr val="B9CCD1"/>
                      </a:solidFill>
                      <a:prstDash val="solid"/>
                    </a:lnR>
                    <a:lnB w="9525">
                      <a:solidFill>
                        <a:srgbClr val="B9CCD1"/>
                      </a:solidFill>
                      <a:prstDash val="solid"/>
                    </a:lnB>
                    <a:solidFill>
                      <a:srgbClr val="FFFFFF"/>
                    </a:solidFill>
                  </a:tcPr>
                </a:tc>
                <a:tc>
                  <a:txBody>
                    <a:bodyPr wrap="square" lIns="123825" tIns="85725" rIns="123825" bIns="85725">
                      <a:noAutofit/>
                    </a:bodyPr>
                    <a:lstStyle/>
                    <a:p>
                      <a:r>
                        <a:rPr sz="1875" b="0">
                          <a:solidFill>
                            <a:srgbClr val="163447"/>
                          </a:solidFill>
                          <a:latin typeface="DejaVu Sans"/>
                          <a:ea typeface="DejaVu Sans"/>
                          <a:cs typeface="DejaVu Sans"/>
                        </a:rPr>
                        <a:t>Almacenamiento lineal; la cola agrega referencias a pendientes.</a:t>
                      </a:r>
                    </a:p>
                  </a:txBody>
                  <a:tcPr marL="91440" marR="91440" marT="45720" marB="45720" anchor="ctr">
                    <a:lnR w="9525">
                      <a:solidFill>
                        <a:srgbClr val="B9CCD1"/>
                      </a:solidFill>
                      <a:prstDash val="solid"/>
                    </a:lnR>
                    <a:lnB w="9525">
                      <a:solidFill>
                        <a:srgbClr val="B9CCD1"/>
                      </a:solidFill>
                      <a:prstDash val="solid"/>
                    </a:lnB>
                    <a:solidFill>
                      <a:srgbClr val="FFFFFF"/>
                    </a:solidFill>
                  </a:tcPr>
                </a:tc>
              </a:tr>
              <a:tr h="666750">
                <a:tc>
                  <a:txBody>
                    <a:bodyPr wrap="square" lIns="123825" tIns="85725" rIns="123825" bIns="85725">
                      <a:noAutofit/>
                    </a:bodyPr>
                    <a:lstStyle/>
                    <a:p>
                      <a:r>
                        <a:rPr sz="1875" b="0">
                          <a:solidFill>
                            <a:srgbClr val="163447"/>
                          </a:solidFill>
                          <a:latin typeface="DejaVu Sans"/>
                          <a:ea typeface="DejaVu Sans"/>
                          <a:cs typeface="DejaVu Sans"/>
                        </a:rPr>
                        <a:t>Mantenibilidad</a:t>
                      </a:r>
                    </a:p>
                  </a:txBody>
                  <a:tcPr marL="91440" marR="91440" marT="45720" marB="45720" anchor="ctr">
                    <a:lnL w="9525">
                      <a:solidFill>
                        <a:srgbClr val="B9CCD1"/>
                      </a:solidFill>
                      <a:prstDash val="solid"/>
                    </a:lnL>
                    <a:lnR w="9525">
                      <a:solidFill>
                        <a:srgbClr val="B9CCD1"/>
                      </a:solidFill>
                      <a:prstDash val="solid"/>
                    </a:lnR>
                    <a:lnB w="9525">
                      <a:solidFill>
                        <a:srgbClr val="B9CCD1"/>
                      </a:solidFill>
                      <a:prstDash val="solid"/>
                    </a:lnB>
                    <a:solidFill>
                      <a:srgbClr val="EDF4F5"/>
                    </a:solidFill>
                  </a:tcPr>
                </a:tc>
                <a:tc>
                  <a:txBody>
                    <a:bodyPr wrap="square" lIns="123825" tIns="85725" rIns="123825" bIns="85725">
                      <a:noAutofit/>
                    </a:bodyPr>
                    <a:lstStyle/>
                    <a:p>
                      <a:r>
                        <a:rPr sz="1875" b="0">
                          <a:solidFill>
                            <a:srgbClr val="163447"/>
                          </a:solidFill>
                          <a:latin typeface="DejaVu Sans"/>
                          <a:ea typeface="DejaVu Sans"/>
                          <a:cs typeface="DejaVu Sans"/>
                        </a:rPr>
                        <a:t>GestorPrioridades centraliza cambios y retiros de la cola.</a:t>
                      </a:r>
                    </a:p>
                  </a:txBody>
                  <a:tcPr marL="91440" marR="91440" marT="45720" marB="45720" anchor="ctr">
                    <a:lnR w="9525">
                      <a:solidFill>
                        <a:srgbClr val="B9CCD1"/>
                      </a:solidFill>
                      <a:prstDash val="solid"/>
                    </a:lnR>
                    <a:lnB w="9525">
                      <a:solidFill>
                        <a:srgbClr val="B9CCD1"/>
                      </a:solidFill>
                      <a:prstDash val="solid"/>
                    </a:lnB>
                    <a:solidFill>
                      <a:srgbClr val="EDF4F5"/>
                    </a:solidFill>
                  </a:tcPr>
                </a:tc>
              </a:tr>
              <a:tr h="666750">
                <a:tc>
                  <a:txBody>
                    <a:bodyPr wrap="square" lIns="123825" tIns="85725" rIns="123825" bIns="85725">
                      <a:noAutofit/>
                    </a:bodyPr>
                    <a:lstStyle/>
                    <a:p>
                      <a:r>
                        <a:rPr sz="1875" b="0">
                          <a:solidFill>
                            <a:srgbClr val="163447"/>
                          </a:solidFill>
                          <a:latin typeface="DejaVu Sans"/>
                          <a:ea typeface="DejaVu Sans"/>
                          <a:cs typeface="DejaVu Sans"/>
                        </a:rPr>
                        <a:t>Dificultad</a:t>
                      </a:r>
                    </a:p>
                  </a:txBody>
                  <a:tcPr marL="91440" marR="91440" marT="45720" marB="45720" anchor="ctr">
                    <a:lnL w="9525">
                      <a:solidFill>
                        <a:srgbClr val="B9CCD1"/>
                      </a:solidFill>
                      <a:prstDash val="solid"/>
                    </a:lnL>
                    <a:lnR w="9525">
                      <a:solidFill>
                        <a:srgbClr val="B9CCD1"/>
                      </a:solidFill>
                      <a:prstDash val="solid"/>
                    </a:lnR>
                    <a:lnB w="9525">
                      <a:solidFill>
                        <a:srgbClr val="B9CCD1"/>
                      </a:solidFill>
                      <a:prstDash val="solid"/>
                    </a:lnB>
                    <a:solidFill>
                      <a:srgbClr val="FFFFFF"/>
                    </a:solidFill>
                  </a:tcPr>
                </a:tc>
                <a:tc>
                  <a:txBody>
                    <a:bodyPr wrap="square" lIns="123825" tIns="85725" rIns="123825" bIns="85725">
                      <a:noAutofit/>
                    </a:bodyPr>
                    <a:lstStyle/>
                    <a:p>
                      <a:r>
                        <a:rPr sz="1875" b="0">
                          <a:solidFill>
                            <a:srgbClr val="163447"/>
                          </a:solidFill>
                          <a:latin typeface="DejaVu Sans"/>
                          <a:ea typeface="DejaVu Sans"/>
                          <a:cs typeface="DejaVu Sans"/>
                        </a:rPr>
                        <a:t>Colecciones estándar de Java y validaciones del dominio.</a:t>
                      </a:r>
                    </a:p>
                  </a:txBody>
                  <a:tcPr marL="91440" marR="91440" marT="45720" marB="45720" anchor="ctr">
                    <a:lnR w="9525">
                      <a:solidFill>
                        <a:srgbClr val="B9CCD1"/>
                      </a:solidFill>
                      <a:prstDash val="solid"/>
                    </a:lnR>
                    <a:lnB w="9525">
                      <a:solidFill>
                        <a:srgbClr val="B9CCD1"/>
                      </a:solidFill>
                      <a:prstDash val="solid"/>
                    </a:lnB>
                    <a:solidFill>
                      <a:srgbClr val="FFFFFF"/>
                    </a:solidFill>
                  </a:tcPr>
                </a:tc>
              </a:tr>
            </a:tbl>
          </a:graphicData>
        </a:graphic>
      </p:graphicFrame>
      <p:sp>
        <p:nvSpPr>
          <p:cNvPr id="5" name="texto-3">
            <a:extLst xmlns:a="http://schemas.openxmlformats.org/drawingml/2006/main">
              <a:ext uri="{FF2B5EF4-FFF2-40B4-BE49-F238E27FC236}">
                <a16:creationId xmlns:a16="http://schemas.microsoft.com/office/drawing/2014/main" id="{A3FCC5FB-F275-432E-9B77-490E0D25C587}"/>
              </a:ext>
            </a:extLst>
          </p:cNvPr>
          <p:cNvSpPr>
            <a:spLocks xmlns:a="http://schemas.openxmlformats.org/drawingml/2006/main" noGrp="1"/>
          </p:cNvSpPr>
          <p:nvPr/>
        </p:nvSpPr>
        <p:spPr>
          <a:xfrm xmlns:a="http://schemas.openxmlformats.org/drawingml/2006/main">
            <a:off x="609600" y="5762625"/>
            <a:ext cx="109728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25" b="0">
                <a:solidFill>
                  <a:srgbClr val="007D87"/>
                </a:solidFill>
                <a:latin typeface="DejaVu Sans"/>
                <a:ea typeface="DejaVu Sans"/>
                <a:cs typeface="DejaVu Sans"/>
              </a:defRPr>
            </a:defPPr>
            <a:lvl1pPr>
              <a:defRPr sz="2025" b="0">
                <a:solidFill>
                  <a:srgbClr val="007D87"/>
                </a:solidFill>
                <a:latin typeface="DejaVu Sans"/>
                <a:ea typeface="DejaVu Sans"/>
                <a:cs typeface="DejaVu Sans"/>
              </a:defRPr>
            </a:lvl1pPr>
            <a:lvl2pPr>
              <a:defRPr sz="2025" b="0">
                <a:solidFill>
                  <a:srgbClr val="007D87"/>
                </a:solidFill>
                <a:latin typeface="DejaVu Sans"/>
                <a:ea typeface="DejaVu Sans"/>
                <a:cs typeface="DejaVu Sans"/>
              </a:defRPr>
            </a:lvl2pPr>
            <a:lvl3pPr>
              <a:defRPr sz="2025" b="0">
                <a:solidFill>
                  <a:srgbClr val="007D87"/>
                </a:solidFill>
                <a:latin typeface="DejaVu Sans"/>
                <a:ea typeface="DejaVu Sans"/>
                <a:cs typeface="DejaVu Sans"/>
              </a:defRPr>
            </a:lvl3pPr>
            <a:lvl4pPr>
              <a:defRPr sz="2025" b="0">
                <a:solidFill>
                  <a:srgbClr val="007D87"/>
                </a:solidFill>
                <a:latin typeface="DejaVu Sans"/>
                <a:ea typeface="DejaVu Sans"/>
                <a:cs typeface="DejaVu Sans"/>
              </a:defRPr>
            </a:lvl4pPr>
            <a:lvl5pPr>
              <a:defRPr sz="2025" b="0">
                <a:solidFill>
                  <a:srgbClr val="007D87"/>
                </a:solidFill>
                <a:latin typeface="DejaVu Sans"/>
                <a:ea typeface="DejaVu Sans"/>
                <a:cs typeface="DejaVu Sans"/>
              </a:defRPr>
            </a:lvl5pPr>
            <a:lvl6pPr>
              <a:defRPr sz="2025" b="0">
                <a:solidFill>
                  <a:srgbClr val="007D87"/>
                </a:solidFill>
                <a:latin typeface="DejaVu Sans"/>
                <a:ea typeface="DejaVu Sans"/>
                <a:cs typeface="DejaVu Sans"/>
              </a:defRPr>
            </a:lvl6pPr>
            <a:lvl7pPr>
              <a:defRPr sz="2025" b="0">
                <a:solidFill>
                  <a:srgbClr val="007D87"/>
                </a:solidFill>
                <a:latin typeface="DejaVu Sans"/>
                <a:ea typeface="DejaVu Sans"/>
                <a:cs typeface="DejaVu Sans"/>
              </a:defRPr>
            </a:lvl7pPr>
            <a:lvl8pPr>
              <a:defRPr sz="2025" b="0">
                <a:solidFill>
                  <a:srgbClr val="007D87"/>
                </a:solidFill>
                <a:latin typeface="DejaVu Sans"/>
                <a:ea typeface="DejaVu Sans"/>
                <a:cs typeface="DejaVu Sans"/>
              </a:defRPr>
            </a:lvl8pPr>
            <a:lvl9pPr>
              <a:defRPr sz="2025" b="0">
                <a:solidFill>
                  <a:srgbClr val="007D87"/>
                </a:solidFill>
                <a:latin typeface="DejaVu Sans"/>
                <a:ea typeface="DejaVu Sans"/>
                <a:cs typeface="DejaVu Sans"/>
              </a:defRPr>
            </a:lvl9pPr>
          </a:lstStyle>
          <a:p xmlns:a="http://schemas.openxmlformats.org/drawingml/2006/main">
            <a:pPr>
              <a:defRPr sz="2025" b="0">
                <a:solidFill>
                  <a:srgbClr val="007D87"/>
                </a:solidFill>
                <a:latin typeface="DejaVu Sans"/>
                <a:ea typeface="DejaVu Sans"/>
                <a:cs typeface="DejaVu Sans"/>
              </a:defRPr>
            </a:pPr>
            <a:r>
              <a:rPr sz="2025" b="0">
                <a:solidFill>
                  <a:srgbClr val="007D87"/>
                </a:solidFill>
                <a:latin typeface="DejaVu Sans"/>
                <a:ea typeface="DejaVu Sans"/>
                <a:cs typeface="DejaVu Sans"/>
              </a:rPr>
              <a:t>Con 100 actividades, ambas opciones son viables. Se elige B por su correspondencia con las búsquedas y la priorización.</a:t>
            </a:r>
          </a:p>
        </p:txBody>
      </p:sp>
    </p:spTree>
    <p:extLst>
      <p:ext uri="{BB962C8B-B14F-4D97-AF65-F5344CB8AC3E}">
        <p14:creationId xmlns:p14="http://schemas.microsoft.com/office/powerpoint/2010/main" val="1856715065"/>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exto-0">
            <a:extLst xmlns:a="http://schemas.openxmlformats.org/drawingml/2006/main">
              <a:ext uri="{FF2B5EF4-FFF2-40B4-BE49-F238E27FC236}">
                <a16:creationId xmlns:a16="http://schemas.microsoft.com/office/drawing/2014/main" id="{599C93E0-4278-4AAE-BCCD-E89A2B44DD22}"/>
              </a:ext>
            </a:extLst>
          </p:cNvPr>
          <p:cNvSpPr>
            <a:spLocks xmlns:a="http://schemas.openxmlformats.org/drawingml/2006/main" noGrp="1"/>
          </p:cNvSpPr>
          <p:nvPr/>
        </p:nvSpPr>
        <p:spPr>
          <a:xfrm xmlns:a="http://schemas.openxmlformats.org/drawingml/2006/main">
            <a:off x="609600" y="400050"/>
            <a:ext cx="109728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300" b="1">
                <a:solidFill>
                  <a:srgbClr val="163447"/>
                </a:solidFill>
                <a:latin typeface="DejaVu Sans"/>
                <a:ea typeface="DejaVu Sans"/>
                <a:cs typeface="DejaVu Sans"/>
              </a:defRPr>
            </a:defPPr>
            <a:lvl1pPr>
              <a:defRPr sz="3300" b="1">
                <a:solidFill>
                  <a:srgbClr val="163447"/>
                </a:solidFill>
                <a:latin typeface="DejaVu Sans"/>
                <a:ea typeface="DejaVu Sans"/>
                <a:cs typeface="DejaVu Sans"/>
              </a:defRPr>
            </a:lvl1pPr>
            <a:lvl2pPr>
              <a:defRPr sz="3300" b="1">
                <a:solidFill>
                  <a:srgbClr val="163447"/>
                </a:solidFill>
                <a:latin typeface="DejaVu Sans"/>
                <a:ea typeface="DejaVu Sans"/>
                <a:cs typeface="DejaVu Sans"/>
              </a:defRPr>
            </a:lvl2pPr>
            <a:lvl3pPr>
              <a:defRPr sz="3300" b="1">
                <a:solidFill>
                  <a:srgbClr val="163447"/>
                </a:solidFill>
                <a:latin typeface="DejaVu Sans"/>
                <a:ea typeface="DejaVu Sans"/>
                <a:cs typeface="DejaVu Sans"/>
              </a:defRPr>
            </a:lvl3pPr>
            <a:lvl4pPr>
              <a:defRPr sz="3300" b="1">
                <a:solidFill>
                  <a:srgbClr val="163447"/>
                </a:solidFill>
                <a:latin typeface="DejaVu Sans"/>
                <a:ea typeface="DejaVu Sans"/>
                <a:cs typeface="DejaVu Sans"/>
              </a:defRPr>
            </a:lvl4pPr>
            <a:lvl5pPr>
              <a:defRPr sz="3300" b="1">
                <a:solidFill>
                  <a:srgbClr val="163447"/>
                </a:solidFill>
                <a:latin typeface="DejaVu Sans"/>
                <a:ea typeface="DejaVu Sans"/>
                <a:cs typeface="DejaVu Sans"/>
              </a:defRPr>
            </a:lvl5pPr>
            <a:lvl6pPr>
              <a:defRPr sz="3300" b="1">
                <a:solidFill>
                  <a:srgbClr val="163447"/>
                </a:solidFill>
                <a:latin typeface="DejaVu Sans"/>
                <a:ea typeface="DejaVu Sans"/>
                <a:cs typeface="DejaVu Sans"/>
              </a:defRPr>
            </a:lvl6pPr>
            <a:lvl7pPr>
              <a:defRPr sz="3300" b="1">
                <a:solidFill>
                  <a:srgbClr val="163447"/>
                </a:solidFill>
                <a:latin typeface="DejaVu Sans"/>
                <a:ea typeface="DejaVu Sans"/>
                <a:cs typeface="DejaVu Sans"/>
              </a:defRPr>
            </a:lvl7pPr>
            <a:lvl8pPr>
              <a:defRPr sz="3300" b="1">
                <a:solidFill>
                  <a:srgbClr val="163447"/>
                </a:solidFill>
                <a:latin typeface="DejaVu Sans"/>
                <a:ea typeface="DejaVu Sans"/>
                <a:cs typeface="DejaVu Sans"/>
              </a:defRPr>
            </a:lvl8pPr>
            <a:lvl9pPr>
              <a:defRPr sz="3300" b="1">
                <a:solidFill>
                  <a:srgbClr val="163447"/>
                </a:solidFill>
                <a:latin typeface="DejaVu Sans"/>
                <a:ea typeface="DejaVu Sans"/>
                <a:cs typeface="DejaVu Sans"/>
              </a:defRPr>
            </a:lvl9pPr>
          </a:lstStyle>
          <a:p xmlns:a="http://schemas.openxmlformats.org/drawingml/2006/main">
            <a:pPr>
              <a:defRPr sz="3300" b="1">
                <a:solidFill>
                  <a:srgbClr val="163447"/>
                </a:solidFill>
                <a:latin typeface="DejaVu Sans"/>
                <a:ea typeface="DejaVu Sans"/>
                <a:cs typeface="DejaVu Sans"/>
              </a:defRPr>
            </a:pPr>
            <a:r>
              <a:rPr sz="3300" b="1">
                <a:solidFill>
                  <a:srgbClr val="163447"/>
                </a:solidFill>
                <a:latin typeface="DejaVu Sans"/>
                <a:ea typeface="DejaVu Sans"/>
                <a:cs typeface="DejaVu Sans"/>
              </a:rPr>
              <a:t>Actividad prioritaria sin personal disponible</a:t>
            </a:r>
          </a:p>
        </p:txBody>
      </p:sp>
      <p:sp>
        <p:nvSpPr>
          <p:cNvPr id="2" name="texto-1">
            <a:extLst xmlns:a="http://schemas.openxmlformats.org/drawingml/2006/main">
              <a:ext uri="{FF2B5EF4-FFF2-40B4-BE49-F238E27FC236}">
                <a16:creationId xmlns:a16="http://schemas.microsoft.com/office/drawing/2014/main" id="{9699C51F-5ADA-4F62-9256-315471ECB8F4}"/>
              </a:ext>
            </a:extLst>
          </p:cNvPr>
          <p:cNvSpPr>
            <a:spLocks xmlns:a="http://schemas.openxmlformats.org/drawingml/2006/main" noGrp="1"/>
          </p:cNvSpPr>
          <p:nvPr/>
        </p:nvSpPr>
        <p:spPr>
          <a:xfrm xmlns:a="http://schemas.openxmlformats.org/drawingml/2006/main">
            <a:off x="609600" y="64960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125" b="0">
                <a:solidFill>
                  <a:srgbClr val="52636D"/>
                </a:solidFill>
                <a:latin typeface="DejaVu Sans"/>
                <a:ea typeface="DejaVu Sans"/>
                <a:cs typeface="DejaVu Sans"/>
              </a:defRPr>
            </a:defPPr>
            <a:lvl1pPr>
              <a:defRPr sz="1125" b="0">
                <a:solidFill>
                  <a:srgbClr val="52636D"/>
                </a:solidFill>
                <a:latin typeface="DejaVu Sans"/>
                <a:ea typeface="DejaVu Sans"/>
                <a:cs typeface="DejaVu Sans"/>
              </a:defRPr>
            </a:lvl1pPr>
            <a:lvl2pPr>
              <a:defRPr sz="1125" b="0">
                <a:solidFill>
                  <a:srgbClr val="52636D"/>
                </a:solidFill>
                <a:latin typeface="DejaVu Sans"/>
                <a:ea typeface="DejaVu Sans"/>
                <a:cs typeface="DejaVu Sans"/>
              </a:defRPr>
            </a:lvl2pPr>
            <a:lvl3pPr>
              <a:defRPr sz="1125" b="0">
                <a:solidFill>
                  <a:srgbClr val="52636D"/>
                </a:solidFill>
                <a:latin typeface="DejaVu Sans"/>
                <a:ea typeface="DejaVu Sans"/>
                <a:cs typeface="DejaVu Sans"/>
              </a:defRPr>
            </a:lvl3pPr>
            <a:lvl4pPr>
              <a:defRPr sz="1125" b="0">
                <a:solidFill>
                  <a:srgbClr val="52636D"/>
                </a:solidFill>
                <a:latin typeface="DejaVu Sans"/>
                <a:ea typeface="DejaVu Sans"/>
                <a:cs typeface="DejaVu Sans"/>
              </a:defRPr>
            </a:lvl4pPr>
            <a:lvl5pPr>
              <a:defRPr sz="1125" b="0">
                <a:solidFill>
                  <a:srgbClr val="52636D"/>
                </a:solidFill>
                <a:latin typeface="DejaVu Sans"/>
                <a:ea typeface="DejaVu Sans"/>
                <a:cs typeface="DejaVu Sans"/>
              </a:defRPr>
            </a:lvl5pPr>
            <a:lvl6pPr>
              <a:defRPr sz="1125" b="0">
                <a:solidFill>
                  <a:srgbClr val="52636D"/>
                </a:solidFill>
                <a:latin typeface="DejaVu Sans"/>
                <a:ea typeface="DejaVu Sans"/>
                <a:cs typeface="DejaVu Sans"/>
              </a:defRPr>
            </a:lvl6pPr>
            <a:lvl7pPr>
              <a:defRPr sz="1125" b="0">
                <a:solidFill>
                  <a:srgbClr val="52636D"/>
                </a:solidFill>
                <a:latin typeface="DejaVu Sans"/>
                <a:ea typeface="DejaVu Sans"/>
                <a:cs typeface="DejaVu Sans"/>
              </a:defRPr>
            </a:lvl7pPr>
            <a:lvl8pPr>
              <a:defRPr sz="1125" b="0">
                <a:solidFill>
                  <a:srgbClr val="52636D"/>
                </a:solidFill>
                <a:latin typeface="DejaVu Sans"/>
                <a:ea typeface="DejaVu Sans"/>
                <a:cs typeface="DejaVu Sans"/>
              </a:defRPr>
            </a:lvl8pPr>
            <a:lvl9pPr>
              <a:defRPr sz="1125" b="0">
                <a:solidFill>
                  <a:srgbClr val="52636D"/>
                </a:solidFill>
                <a:latin typeface="DejaVu Sans"/>
                <a:ea typeface="DejaVu Sans"/>
                <a:cs typeface="DejaVu Sans"/>
              </a:defRPr>
            </a:lvl9pPr>
          </a:lstStyle>
          <a:p xmlns:a="http://schemas.openxmlformats.org/drawingml/2006/main">
            <a:pPr>
              <a:defRPr sz="1125" b="0">
                <a:solidFill>
                  <a:srgbClr val="52636D"/>
                </a:solidFill>
                <a:latin typeface="DejaVu Sans"/>
                <a:ea typeface="DejaVu Sans"/>
                <a:cs typeface="DejaVu Sans"/>
              </a:defRPr>
            </a:pPr>
            <a:r>
              <a:rPr sz="1125" b="0">
                <a:solidFill>
                  <a:srgbClr val="52636D"/>
                </a:solidFill>
                <a:latin typeface="DejaVu Sans"/>
                <a:ea typeface="DejaVu Sans"/>
                <a:cs typeface="DejaVu Sans"/>
              </a:rPr>
              <a:t>Dizeo   Programación III   Progreso 1</a:t>
            </a:r>
          </a:p>
        </p:txBody>
      </p:sp>
      <p:sp>
        <p:nvSpPr>
          <p:cNvPr id="3" name="texto-2">
            <a:extLst xmlns:a="http://schemas.openxmlformats.org/drawingml/2006/main">
              <a:ext uri="{FF2B5EF4-FFF2-40B4-BE49-F238E27FC236}">
                <a16:creationId xmlns:a16="http://schemas.microsoft.com/office/drawing/2014/main" id="{9150017B-70AC-4F66-8E53-93A5C1FB8AA6}"/>
              </a:ext>
            </a:extLst>
          </p:cNvPr>
          <p:cNvSpPr>
            <a:spLocks xmlns:a="http://schemas.openxmlformats.org/drawingml/2006/main" noGrp="1"/>
          </p:cNvSpPr>
          <p:nvPr/>
        </p:nvSpPr>
        <p:spPr>
          <a:xfrm xmlns:a="http://schemas.openxmlformats.org/drawingml/2006/main">
            <a:off x="11239500" y="649605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125" b="0">
                <a:solidFill>
                  <a:srgbClr val="52636D"/>
                </a:solidFill>
                <a:latin typeface="DejaVu Sans"/>
                <a:ea typeface="DejaVu Sans"/>
                <a:cs typeface="DejaVu Sans"/>
              </a:defRPr>
            </a:defPPr>
            <a:lvl1pPr>
              <a:defRPr sz="1125" b="0">
                <a:solidFill>
                  <a:srgbClr val="52636D"/>
                </a:solidFill>
                <a:latin typeface="DejaVu Sans"/>
                <a:ea typeface="DejaVu Sans"/>
                <a:cs typeface="DejaVu Sans"/>
              </a:defRPr>
            </a:lvl1pPr>
            <a:lvl2pPr>
              <a:defRPr sz="1125" b="0">
                <a:solidFill>
                  <a:srgbClr val="52636D"/>
                </a:solidFill>
                <a:latin typeface="DejaVu Sans"/>
                <a:ea typeface="DejaVu Sans"/>
                <a:cs typeface="DejaVu Sans"/>
              </a:defRPr>
            </a:lvl2pPr>
            <a:lvl3pPr>
              <a:defRPr sz="1125" b="0">
                <a:solidFill>
                  <a:srgbClr val="52636D"/>
                </a:solidFill>
                <a:latin typeface="DejaVu Sans"/>
                <a:ea typeface="DejaVu Sans"/>
                <a:cs typeface="DejaVu Sans"/>
              </a:defRPr>
            </a:lvl3pPr>
            <a:lvl4pPr>
              <a:defRPr sz="1125" b="0">
                <a:solidFill>
                  <a:srgbClr val="52636D"/>
                </a:solidFill>
                <a:latin typeface="DejaVu Sans"/>
                <a:ea typeface="DejaVu Sans"/>
                <a:cs typeface="DejaVu Sans"/>
              </a:defRPr>
            </a:lvl4pPr>
            <a:lvl5pPr>
              <a:defRPr sz="1125" b="0">
                <a:solidFill>
                  <a:srgbClr val="52636D"/>
                </a:solidFill>
                <a:latin typeface="DejaVu Sans"/>
                <a:ea typeface="DejaVu Sans"/>
                <a:cs typeface="DejaVu Sans"/>
              </a:defRPr>
            </a:lvl5pPr>
            <a:lvl6pPr>
              <a:defRPr sz="1125" b="0">
                <a:solidFill>
                  <a:srgbClr val="52636D"/>
                </a:solidFill>
                <a:latin typeface="DejaVu Sans"/>
                <a:ea typeface="DejaVu Sans"/>
                <a:cs typeface="DejaVu Sans"/>
              </a:defRPr>
            </a:lvl6pPr>
            <a:lvl7pPr>
              <a:defRPr sz="1125" b="0">
                <a:solidFill>
                  <a:srgbClr val="52636D"/>
                </a:solidFill>
                <a:latin typeface="DejaVu Sans"/>
                <a:ea typeface="DejaVu Sans"/>
                <a:cs typeface="DejaVu Sans"/>
              </a:defRPr>
            </a:lvl7pPr>
            <a:lvl8pPr>
              <a:defRPr sz="1125" b="0">
                <a:solidFill>
                  <a:srgbClr val="52636D"/>
                </a:solidFill>
                <a:latin typeface="DejaVu Sans"/>
                <a:ea typeface="DejaVu Sans"/>
                <a:cs typeface="DejaVu Sans"/>
              </a:defRPr>
            </a:lvl8pPr>
            <a:lvl9pPr>
              <a:defRPr sz="1125" b="0">
                <a:solidFill>
                  <a:srgbClr val="52636D"/>
                </a:solidFill>
                <a:latin typeface="DejaVu Sans"/>
                <a:ea typeface="DejaVu Sans"/>
                <a:cs typeface="DejaVu Sans"/>
              </a:defRPr>
            </a:lvl9pPr>
          </a:lstStyle>
          <a:p xmlns:a="http://schemas.openxmlformats.org/drawingml/2006/main">
            <a:pPr>
              <a:defRPr sz="1125" b="0">
                <a:solidFill>
                  <a:srgbClr val="52636D"/>
                </a:solidFill>
                <a:latin typeface="DejaVu Sans"/>
                <a:ea typeface="DejaVu Sans"/>
                <a:cs typeface="DejaVu Sans"/>
              </a:defRPr>
            </a:pPr>
            <a:r>
              <a:rPr sz="1125" b="0">
                <a:solidFill>
                  <a:srgbClr val="52636D"/>
                </a:solidFill>
                <a:latin typeface="DejaVu Sans"/>
                <a:ea typeface="DejaVu Sans"/>
                <a:cs typeface="DejaVu Sans"/>
              </a:rPr>
              <a:t>9</a:t>
            </a:r>
          </a:p>
        </p:txBody>
      </p:sp>
      <p:sp>
        <p:nvSpPr>
          <p:cNvPr id="4" name="texto-3">
            <a:extLst xmlns:a="http://schemas.openxmlformats.org/drawingml/2006/main">
              <a:ext uri="{FF2B5EF4-FFF2-40B4-BE49-F238E27FC236}">
                <a16:creationId xmlns:a16="http://schemas.microsoft.com/office/drawing/2014/main" id="{409DC136-A893-427F-932A-A881CE2ED687}"/>
              </a:ext>
            </a:extLst>
          </p:cNvPr>
          <p:cNvSpPr>
            <a:spLocks xmlns:a="http://schemas.openxmlformats.org/drawingml/2006/main" noGrp="1"/>
          </p:cNvSpPr>
          <p:nvPr/>
        </p:nvSpPr>
        <p:spPr>
          <a:xfrm xmlns:a="http://schemas.openxmlformats.org/drawingml/2006/main">
            <a:off x="609600" y="1323975"/>
            <a:ext cx="10972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950" b="0">
                <a:solidFill>
                  <a:srgbClr val="007D87"/>
                </a:solidFill>
                <a:latin typeface="DejaVu Sans"/>
                <a:ea typeface="DejaVu Sans"/>
                <a:cs typeface="DejaVu Sans"/>
              </a:defRPr>
            </a:defPPr>
            <a:lvl1pPr>
              <a:defRPr sz="1950" b="0">
                <a:solidFill>
                  <a:srgbClr val="007D87"/>
                </a:solidFill>
                <a:latin typeface="DejaVu Sans"/>
                <a:ea typeface="DejaVu Sans"/>
                <a:cs typeface="DejaVu Sans"/>
              </a:defRPr>
            </a:lvl1pPr>
            <a:lvl2pPr>
              <a:defRPr sz="1950" b="0">
                <a:solidFill>
                  <a:srgbClr val="007D87"/>
                </a:solidFill>
                <a:latin typeface="DejaVu Sans"/>
                <a:ea typeface="DejaVu Sans"/>
                <a:cs typeface="DejaVu Sans"/>
              </a:defRPr>
            </a:lvl2pPr>
            <a:lvl3pPr>
              <a:defRPr sz="1950" b="0">
                <a:solidFill>
                  <a:srgbClr val="007D87"/>
                </a:solidFill>
                <a:latin typeface="DejaVu Sans"/>
                <a:ea typeface="DejaVu Sans"/>
                <a:cs typeface="DejaVu Sans"/>
              </a:defRPr>
            </a:lvl3pPr>
            <a:lvl4pPr>
              <a:defRPr sz="1950" b="0">
                <a:solidFill>
                  <a:srgbClr val="007D87"/>
                </a:solidFill>
                <a:latin typeface="DejaVu Sans"/>
                <a:ea typeface="DejaVu Sans"/>
                <a:cs typeface="DejaVu Sans"/>
              </a:defRPr>
            </a:lvl4pPr>
            <a:lvl5pPr>
              <a:defRPr sz="1950" b="0">
                <a:solidFill>
                  <a:srgbClr val="007D87"/>
                </a:solidFill>
                <a:latin typeface="DejaVu Sans"/>
                <a:ea typeface="DejaVu Sans"/>
                <a:cs typeface="DejaVu Sans"/>
              </a:defRPr>
            </a:lvl5pPr>
            <a:lvl6pPr>
              <a:defRPr sz="1950" b="0">
                <a:solidFill>
                  <a:srgbClr val="007D87"/>
                </a:solidFill>
                <a:latin typeface="DejaVu Sans"/>
                <a:ea typeface="DejaVu Sans"/>
                <a:cs typeface="DejaVu Sans"/>
              </a:defRPr>
            </a:lvl6pPr>
            <a:lvl7pPr>
              <a:defRPr sz="1950" b="0">
                <a:solidFill>
                  <a:srgbClr val="007D87"/>
                </a:solidFill>
                <a:latin typeface="DejaVu Sans"/>
                <a:ea typeface="DejaVu Sans"/>
                <a:cs typeface="DejaVu Sans"/>
              </a:defRPr>
            </a:lvl7pPr>
            <a:lvl8pPr>
              <a:defRPr sz="1950" b="0">
                <a:solidFill>
                  <a:srgbClr val="007D87"/>
                </a:solidFill>
                <a:latin typeface="DejaVu Sans"/>
                <a:ea typeface="DejaVu Sans"/>
                <a:cs typeface="DejaVu Sans"/>
              </a:defRPr>
            </a:lvl8pPr>
            <a:lvl9pPr>
              <a:defRPr sz="1950" b="0">
                <a:solidFill>
                  <a:srgbClr val="007D87"/>
                </a:solidFill>
                <a:latin typeface="DejaVu Sans"/>
                <a:ea typeface="DejaVu Sans"/>
                <a:cs typeface="DejaVu Sans"/>
              </a:defRPr>
            </a:lvl9pPr>
          </a:lstStyle>
          <a:p xmlns:a="http://schemas.openxmlformats.org/drawingml/2006/main">
            <a:pPr>
              <a:defRPr sz="1950" b="0">
                <a:solidFill>
                  <a:srgbClr val="007D87"/>
                </a:solidFill>
                <a:latin typeface="DejaVu Sans"/>
                <a:ea typeface="DejaVu Sans"/>
                <a:cs typeface="DejaVu Sans"/>
              </a:defRPr>
            </a:pPr>
            <a:r>
              <a:rPr sz="1950" b="0">
                <a:solidFill>
                  <a:srgbClr val="007D87"/>
                </a:solidFill>
                <a:latin typeface="DejaVu Sans"/>
                <a:ea typeface="DejaVu Sans"/>
                <a:cs typeface="DejaVu Sans"/>
              </a:rPr>
              <a:t>Ejemplo ilustrativo del comportamiento propuesto</a:t>
            </a:r>
          </a:p>
        </p:txBody>
      </p:sp>
      <p:graphicFrame>
        <p:nvGraphicFramePr>
          <p:cNvPr id="5" name="">
            <a:extLst xmlns:a="http://schemas.openxmlformats.org/drawingml/2006/main">
              <a:ext uri="{FF2B5EF4-FFF2-40B4-BE49-F238E27FC236}">
                <a16:creationId xmlns:a16="http://schemas.microsoft.com/office/drawing/2014/main" id="{A4907108-A91D-4FA3-8051-4D8BE89A7A7E}"/>
              </a:ext>
            </a:extLst>
          </p:cNvPr>
          <p:cNvGraphicFramePr/>
          <p:nvPr/>
        </p:nvGraphicFramePr>
        <p:xfrm>
          <a:off xmlns:a="http://schemas.openxmlformats.org/drawingml/2006/main" x="609600" y="2000250"/>
          <a:ext xmlns:a="http://schemas.openxmlformats.org/drawingml/2006/main" cx="10972800" cy="2333625"/>
        </p:xfrm>
        <a:graphic xmlns:a="http://schemas.openxmlformats.org/drawingml/2006/main">
          <a:graphicData uri="http://schemas.openxmlformats.org/drawingml/2006/table">
            <a:tbl>
              <a:tblPr/>
              <a:tblGrid>
                <a:gridCol w="3048000"/>
                <a:gridCol w="3333750"/>
                <a:gridCol w="4591050"/>
              </a:tblGrid>
              <a:tr h="777875">
                <a:tc>
                  <a:txBody>
                    <a:bodyPr wrap="square" lIns="123825" tIns="85725" rIns="123825" bIns="85725">
                      <a:noAutofit/>
                    </a:bodyPr>
                    <a:lstStyle/>
                    <a:p>
                      <a:r>
                        <a:rPr sz="1875" b="1">
                          <a:solidFill>
                            <a:srgbClr val="FFFFFF"/>
                          </a:solidFill>
                          <a:latin typeface="DejaVu Sans"/>
                          <a:ea typeface="DejaVu Sans"/>
                          <a:cs typeface="DejaVu Sans"/>
                        </a:rPr>
                        <a:t>Actividad</a:t>
                      </a:r>
                    </a:p>
                  </a:txBody>
                  <a:tcPr marL="91440" marR="91440" marT="45720" marB="45720" anchor="ctr">
                    <a:lnL w="9525">
                      <a:solidFill>
                        <a:srgbClr val="B9CCD1"/>
                      </a:solidFill>
                      <a:prstDash val="solid"/>
                    </a:lnL>
                    <a:lnR w="9525">
                      <a:solidFill>
                        <a:srgbClr val="B9CCD1"/>
                      </a:solidFill>
                      <a:prstDash val="solid"/>
                    </a:lnR>
                    <a:lnT w="9525">
                      <a:solidFill>
                        <a:srgbClr val="B9CCD1"/>
                      </a:solidFill>
                      <a:prstDash val="solid"/>
                    </a:lnT>
                    <a:lnB w="9525">
                      <a:solidFill>
                        <a:srgbClr val="B9CCD1"/>
                      </a:solidFill>
                      <a:prstDash val="solid"/>
                    </a:lnB>
                    <a:solidFill>
                      <a:srgbClr val="163447"/>
                    </a:solidFill>
                  </a:tcPr>
                </a:tc>
                <a:tc>
                  <a:txBody>
                    <a:bodyPr wrap="square" lIns="123825" tIns="85725" rIns="123825" bIns="85725">
                      <a:noAutofit/>
                    </a:bodyPr>
                    <a:lstStyle/>
                    <a:p>
                      <a:r>
                        <a:rPr sz="1875" b="1">
                          <a:solidFill>
                            <a:srgbClr val="FFFFFF"/>
                          </a:solidFill>
                          <a:latin typeface="DejaVu Sans"/>
                          <a:ea typeface="DejaVu Sans"/>
                          <a:cs typeface="DejaVu Sans"/>
                        </a:rPr>
                        <a:t>Disponibilidad</a:t>
                      </a:r>
                    </a:p>
                  </a:txBody>
                  <a:tcPr marL="91440" marR="91440" marT="45720" marB="45720" anchor="ctr">
                    <a:lnR w="9525">
                      <a:solidFill>
                        <a:srgbClr val="B9CCD1"/>
                      </a:solidFill>
                      <a:prstDash val="solid"/>
                    </a:lnR>
                    <a:lnT w="9525">
                      <a:solidFill>
                        <a:srgbClr val="B9CCD1"/>
                      </a:solidFill>
                      <a:prstDash val="solid"/>
                    </a:lnT>
                    <a:lnB w="9525">
                      <a:solidFill>
                        <a:srgbClr val="B9CCD1"/>
                      </a:solidFill>
                      <a:prstDash val="solid"/>
                    </a:lnB>
                    <a:solidFill>
                      <a:srgbClr val="163447"/>
                    </a:solidFill>
                  </a:tcPr>
                </a:tc>
                <a:tc>
                  <a:txBody>
                    <a:bodyPr wrap="square" lIns="123825" tIns="85725" rIns="123825" bIns="85725">
                      <a:noAutofit/>
                    </a:bodyPr>
                    <a:lstStyle/>
                    <a:p>
                      <a:r>
                        <a:rPr sz="1875" b="1">
                          <a:solidFill>
                            <a:srgbClr val="FFFFFF"/>
                          </a:solidFill>
                          <a:latin typeface="DejaVu Sans"/>
                          <a:ea typeface="DejaVu Sans"/>
                          <a:cs typeface="DejaVu Sans"/>
                        </a:rPr>
                        <a:t>Decisión</a:t>
                      </a:r>
                    </a:p>
                  </a:txBody>
                  <a:tcPr marL="91440" marR="91440" marT="45720" marB="45720" anchor="ctr">
                    <a:lnR w="9525">
                      <a:solidFill>
                        <a:srgbClr val="B9CCD1"/>
                      </a:solidFill>
                      <a:prstDash val="solid"/>
                    </a:lnR>
                    <a:lnT w="9525">
                      <a:solidFill>
                        <a:srgbClr val="B9CCD1"/>
                      </a:solidFill>
                      <a:prstDash val="solid"/>
                    </a:lnT>
                    <a:lnB w="9525">
                      <a:solidFill>
                        <a:srgbClr val="B9CCD1"/>
                      </a:solidFill>
                      <a:prstDash val="solid"/>
                    </a:lnB>
                    <a:solidFill>
                      <a:srgbClr val="163447"/>
                    </a:solidFill>
                  </a:tcPr>
                </a:tc>
              </a:tr>
              <a:tr h="777875">
                <a:tc>
                  <a:txBody>
                    <a:bodyPr wrap="square" lIns="123825" tIns="85725" rIns="123825" bIns="85725">
                      <a:noAutofit/>
                    </a:bodyPr>
                    <a:lstStyle/>
                    <a:p>
                      <a:r>
                        <a:rPr sz="1875" b="0">
                          <a:solidFill>
                            <a:srgbClr val="163447"/>
                          </a:solidFill>
                          <a:latin typeface="DejaVu Sans"/>
                          <a:ea typeface="DejaVu Sans"/>
                          <a:cs typeface="DejaVu Sans"/>
                        </a:rPr>
                        <a:t>A01 · Alta · Gypsum</a:t>
                      </a:r>
                    </a:p>
                  </a:txBody>
                  <a:tcPr marL="91440" marR="91440" marT="45720" marB="45720" anchor="ctr">
                    <a:lnL w="9525">
                      <a:solidFill>
                        <a:srgbClr val="B9CCD1"/>
                      </a:solidFill>
                      <a:prstDash val="solid"/>
                    </a:lnL>
                    <a:lnR w="9525">
                      <a:solidFill>
                        <a:srgbClr val="B9CCD1"/>
                      </a:solidFill>
                      <a:prstDash val="solid"/>
                    </a:lnR>
                    <a:lnB w="9525">
                      <a:solidFill>
                        <a:srgbClr val="B9CCD1"/>
                      </a:solidFill>
                      <a:prstDash val="solid"/>
                    </a:lnB>
                    <a:solidFill>
                      <a:srgbClr val="FFFFFF"/>
                    </a:solidFill>
                  </a:tcPr>
                </a:tc>
                <a:tc>
                  <a:txBody>
                    <a:bodyPr wrap="square" lIns="123825" tIns="85725" rIns="123825" bIns="85725">
                      <a:noAutofit/>
                    </a:bodyPr>
                    <a:lstStyle/>
                    <a:p>
                      <a:r>
                        <a:rPr sz="1875" b="0">
                          <a:solidFill>
                            <a:srgbClr val="163447"/>
                          </a:solidFill>
                          <a:latin typeface="DejaVu Sans"/>
                          <a:ea typeface="DejaVu Sans"/>
                          <a:cs typeface="DejaVu Sans"/>
                        </a:rPr>
                        <a:t>Especialistas ocupados</a:t>
                      </a:r>
                    </a:p>
                  </a:txBody>
                  <a:tcPr marL="91440" marR="91440" marT="45720" marB="45720" anchor="ctr">
                    <a:lnR w="9525">
                      <a:solidFill>
                        <a:srgbClr val="B9CCD1"/>
                      </a:solidFill>
                      <a:prstDash val="solid"/>
                    </a:lnR>
                    <a:lnB w="9525">
                      <a:solidFill>
                        <a:srgbClr val="B9CCD1"/>
                      </a:solidFill>
                      <a:prstDash val="solid"/>
                    </a:lnB>
                    <a:solidFill>
                      <a:srgbClr val="FFFFFF"/>
                    </a:solidFill>
                  </a:tcPr>
                </a:tc>
                <a:tc>
                  <a:txBody>
                    <a:bodyPr wrap="square" lIns="123825" tIns="85725" rIns="123825" bIns="85725">
                      <a:noAutofit/>
                    </a:bodyPr>
                    <a:lstStyle/>
                    <a:p>
                      <a:r>
                        <a:rPr sz="1875" b="0">
                          <a:solidFill>
                            <a:srgbClr val="163447"/>
                          </a:solidFill>
                          <a:latin typeface="DejaVu Sans"/>
                          <a:ea typeface="DejaVu Sans"/>
                          <a:cs typeface="DejaVu Sans"/>
                        </a:rPr>
                        <a:t>Permanece pendiente y conserva su prioridad.</a:t>
                      </a:r>
                    </a:p>
                  </a:txBody>
                  <a:tcPr marL="91440" marR="91440" marT="45720" marB="45720" anchor="ctr">
                    <a:lnR w="9525">
                      <a:solidFill>
                        <a:srgbClr val="B9CCD1"/>
                      </a:solidFill>
                      <a:prstDash val="solid"/>
                    </a:lnR>
                    <a:lnB w="9525">
                      <a:solidFill>
                        <a:srgbClr val="B9CCD1"/>
                      </a:solidFill>
                      <a:prstDash val="solid"/>
                    </a:lnB>
                    <a:solidFill>
                      <a:srgbClr val="FFFFFF"/>
                    </a:solidFill>
                  </a:tcPr>
                </a:tc>
              </a:tr>
              <a:tr h="777875">
                <a:tc>
                  <a:txBody>
                    <a:bodyPr wrap="square" lIns="123825" tIns="85725" rIns="123825" bIns="85725">
                      <a:noAutofit/>
                    </a:bodyPr>
                    <a:lstStyle/>
                    <a:p>
                      <a:r>
                        <a:rPr sz="1875" b="0">
                          <a:solidFill>
                            <a:srgbClr val="163447"/>
                          </a:solidFill>
                          <a:latin typeface="DejaVu Sans"/>
                          <a:ea typeface="DejaVu Sans"/>
                          <a:cs typeface="DejaVu Sans"/>
                        </a:rPr>
                        <a:t>A02 · Media · Pintura</a:t>
                      </a:r>
                    </a:p>
                  </a:txBody>
                  <a:tcPr marL="91440" marR="91440" marT="45720" marB="45720" anchor="ctr">
                    <a:lnL w="9525">
                      <a:solidFill>
                        <a:srgbClr val="B9CCD1"/>
                      </a:solidFill>
                      <a:prstDash val="solid"/>
                    </a:lnL>
                    <a:lnR w="9525">
                      <a:solidFill>
                        <a:srgbClr val="B9CCD1"/>
                      </a:solidFill>
                      <a:prstDash val="solid"/>
                    </a:lnR>
                    <a:lnB w="9525">
                      <a:solidFill>
                        <a:srgbClr val="B9CCD1"/>
                      </a:solidFill>
                      <a:prstDash val="solid"/>
                    </a:lnB>
                    <a:solidFill>
                      <a:srgbClr val="EDF4F5"/>
                    </a:solidFill>
                  </a:tcPr>
                </a:tc>
                <a:tc>
                  <a:txBody>
                    <a:bodyPr wrap="square" lIns="123825" tIns="85725" rIns="123825" bIns="85725">
                      <a:noAutofit/>
                    </a:bodyPr>
                    <a:lstStyle/>
                    <a:p>
                      <a:r>
                        <a:rPr sz="1875" b="0">
                          <a:solidFill>
                            <a:srgbClr val="163447"/>
                          </a:solidFill>
                          <a:latin typeface="DejaVu Sans"/>
                          <a:ea typeface="DejaVu Sans"/>
                          <a:cs typeface="DejaVu Sans"/>
                        </a:rPr>
                        <a:t>Pintor compatible y libre</a:t>
                      </a:r>
                    </a:p>
                  </a:txBody>
                  <a:tcPr marL="91440" marR="91440" marT="45720" marB="45720" anchor="ctr">
                    <a:lnR w="9525">
                      <a:solidFill>
                        <a:srgbClr val="B9CCD1"/>
                      </a:solidFill>
                      <a:prstDash val="solid"/>
                    </a:lnR>
                    <a:lnB w="9525">
                      <a:solidFill>
                        <a:srgbClr val="B9CCD1"/>
                      </a:solidFill>
                      <a:prstDash val="solid"/>
                    </a:lnB>
                    <a:solidFill>
                      <a:srgbClr val="EDF4F5"/>
                    </a:solidFill>
                  </a:tcPr>
                </a:tc>
                <a:tc>
                  <a:txBody>
                    <a:bodyPr wrap="square" lIns="123825" tIns="85725" rIns="123825" bIns="85725">
                      <a:noAutofit/>
                    </a:bodyPr>
                    <a:lstStyle/>
                    <a:p>
                      <a:r>
                        <a:rPr sz="1875" b="0">
                          <a:solidFill>
                            <a:srgbClr val="163447"/>
                          </a:solidFill>
                          <a:latin typeface="DejaVu Sans"/>
                          <a:ea typeface="DejaVu Sans"/>
                          <a:cs typeface="DejaVu Sans"/>
                        </a:rPr>
                        <a:t>El supervisor puede elegirla y confirmar después de validar.</a:t>
                      </a:r>
                    </a:p>
                  </a:txBody>
                  <a:tcPr marL="91440" marR="91440" marT="45720" marB="45720" anchor="ctr">
                    <a:lnR w="9525">
                      <a:solidFill>
                        <a:srgbClr val="B9CCD1"/>
                      </a:solidFill>
                      <a:prstDash val="solid"/>
                    </a:lnR>
                    <a:lnB w="9525">
                      <a:solidFill>
                        <a:srgbClr val="B9CCD1"/>
                      </a:solidFill>
                      <a:prstDash val="solid"/>
                    </a:lnB>
                    <a:solidFill>
                      <a:srgbClr val="EDF4F5"/>
                    </a:solidFill>
                  </a:tcPr>
                </a:tc>
              </a:tr>
            </a:tbl>
          </a:graphicData>
        </a:graphic>
      </p:graphicFrame>
      <p:sp>
        <p:nvSpPr>
          <p:cNvPr id="6" name="texto-4">
            <a:extLst xmlns:a="http://schemas.openxmlformats.org/drawingml/2006/main">
              <a:ext uri="{FF2B5EF4-FFF2-40B4-BE49-F238E27FC236}">
                <a16:creationId xmlns:a16="http://schemas.microsoft.com/office/drawing/2014/main" id="{D6B7CFC5-BA8A-4DBB-9E62-2284CEFF3401}"/>
              </a:ext>
            </a:extLst>
          </p:cNvPr>
          <p:cNvSpPr>
            <a:spLocks xmlns:a="http://schemas.openxmlformats.org/drawingml/2006/main" noGrp="1"/>
          </p:cNvSpPr>
          <p:nvPr/>
        </p:nvSpPr>
        <p:spPr>
          <a:xfrm xmlns:a="http://schemas.openxmlformats.org/drawingml/2006/main">
            <a:off x="609600" y="4714875"/>
            <a:ext cx="1097280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250" b="1">
                <a:solidFill>
                  <a:srgbClr val="007D87"/>
                </a:solidFill>
                <a:latin typeface="DejaVu Sans"/>
                <a:ea typeface="DejaVu Sans"/>
                <a:cs typeface="DejaVu Sans"/>
              </a:defRPr>
            </a:defPPr>
            <a:lvl1pPr>
              <a:defRPr sz="2250" b="1">
                <a:solidFill>
                  <a:srgbClr val="007D87"/>
                </a:solidFill>
                <a:latin typeface="DejaVu Sans"/>
                <a:ea typeface="DejaVu Sans"/>
                <a:cs typeface="DejaVu Sans"/>
              </a:defRPr>
            </a:lvl1pPr>
            <a:lvl2pPr>
              <a:defRPr sz="2250" b="1">
                <a:solidFill>
                  <a:srgbClr val="007D87"/>
                </a:solidFill>
                <a:latin typeface="DejaVu Sans"/>
                <a:ea typeface="DejaVu Sans"/>
                <a:cs typeface="DejaVu Sans"/>
              </a:defRPr>
            </a:lvl2pPr>
            <a:lvl3pPr>
              <a:defRPr sz="2250" b="1">
                <a:solidFill>
                  <a:srgbClr val="007D87"/>
                </a:solidFill>
                <a:latin typeface="DejaVu Sans"/>
                <a:ea typeface="DejaVu Sans"/>
                <a:cs typeface="DejaVu Sans"/>
              </a:defRPr>
            </a:lvl3pPr>
            <a:lvl4pPr>
              <a:defRPr sz="2250" b="1">
                <a:solidFill>
                  <a:srgbClr val="007D87"/>
                </a:solidFill>
                <a:latin typeface="DejaVu Sans"/>
                <a:ea typeface="DejaVu Sans"/>
                <a:cs typeface="DejaVu Sans"/>
              </a:defRPr>
            </a:lvl4pPr>
            <a:lvl5pPr>
              <a:defRPr sz="2250" b="1">
                <a:solidFill>
                  <a:srgbClr val="007D87"/>
                </a:solidFill>
                <a:latin typeface="DejaVu Sans"/>
                <a:ea typeface="DejaVu Sans"/>
                <a:cs typeface="DejaVu Sans"/>
              </a:defRPr>
            </a:lvl5pPr>
            <a:lvl6pPr>
              <a:defRPr sz="2250" b="1">
                <a:solidFill>
                  <a:srgbClr val="007D87"/>
                </a:solidFill>
                <a:latin typeface="DejaVu Sans"/>
                <a:ea typeface="DejaVu Sans"/>
                <a:cs typeface="DejaVu Sans"/>
              </a:defRPr>
            </a:lvl6pPr>
            <a:lvl7pPr>
              <a:defRPr sz="2250" b="1">
                <a:solidFill>
                  <a:srgbClr val="007D87"/>
                </a:solidFill>
                <a:latin typeface="DejaVu Sans"/>
                <a:ea typeface="DejaVu Sans"/>
                <a:cs typeface="DejaVu Sans"/>
              </a:defRPr>
            </a:lvl7pPr>
            <a:lvl8pPr>
              <a:defRPr sz="2250" b="1">
                <a:solidFill>
                  <a:srgbClr val="007D87"/>
                </a:solidFill>
                <a:latin typeface="DejaVu Sans"/>
                <a:ea typeface="DejaVu Sans"/>
                <a:cs typeface="DejaVu Sans"/>
              </a:defRPr>
            </a:lvl8pPr>
            <a:lvl9pPr>
              <a:defRPr sz="2250" b="1">
                <a:solidFill>
                  <a:srgbClr val="007D87"/>
                </a:solidFill>
                <a:latin typeface="DejaVu Sans"/>
                <a:ea typeface="DejaVu Sans"/>
                <a:cs typeface="DejaVu Sans"/>
              </a:defRPr>
            </a:lvl9pPr>
          </a:lstStyle>
          <a:p xmlns:a="http://schemas.openxmlformats.org/drawingml/2006/main">
            <a:pPr>
              <a:defRPr sz="2250" b="1">
                <a:solidFill>
                  <a:srgbClr val="007D87"/>
                </a:solidFill>
                <a:latin typeface="DejaVu Sans"/>
                <a:ea typeface="DejaVu Sans"/>
                <a:cs typeface="DejaVu Sans"/>
              </a:defRPr>
            </a:pPr>
            <a:r>
              <a:rPr sz="2250" b="1">
                <a:solidFill>
                  <a:srgbClr val="007D87"/>
                </a:solidFill>
                <a:latin typeface="DejaVu Sans"/>
                <a:ea typeface="DejaVu Sans"/>
                <a:cs typeface="DejaVu Sans"/>
              </a:rPr>
              <a:t>Consultar alternativas no elimina tareas</a:t>
            </a:r>
          </a:p>
        </p:txBody>
      </p:sp>
      <p:sp>
        <p:nvSpPr>
          <p:cNvPr id="7" name="texto-5">
            <a:extLst xmlns:a="http://schemas.openxmlformats.org/drawingml/2006/main">
              <a:ext uri="{FF2B5EF4-FFF2-40B4-BE49-F238E27FC236}">
                <a16:creationId xmlns:a16="http://schemas.microsoft.com/office/drawing/2014/main" id="{CA1BFABE-5A85-40C4-89CF-B0222AE7D66D}"/>
              </a:ext>
            </a:extLst>
          </p:cNvPr>
          <p:cNvSpPr>
            <a:spLocks xmlns:a="http://schemas.openxmlformats.org/drawingml/2006/main" noGrp="1"/>
          </p:cNvSpPr>
          <p:nvPr/>
        </p:nvSpPr>
        <p:spPr>
          <a:xfrm xmlns:a="http://schemas.openxmlformats.org/drawingml/2006/main">
            <a:off x="609600" y="5286375"/>
            <a:ext cx="10972800" cy="828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25" b="0">
                <a:solidFill>
                  <a:srgbClr val="163447"/>
                </a:solidFill>
                <a:latin typeface="DejaVu Sans"/>
                <a:ea typeface="DejaVu Sans"/>
                <a:cs typeface="DejaVu Sans"/>
              </a:defRPr>
            </a:defPPr>
            <a:lvl1pPr>
              <a:defRPr sz="2025" b="0">
                <a:solidFill>
                  <a:srgbClr val="163447"/>
                </a:solidFill>
                <a:latin typeface="DejaVu Sans"/>
                <a:ea typeface="DejaVu Sans"/>
                <a:cs typeface="DejaVu Sans"/>
              </a:defRPr>
            </a:lvl1pPr>
            <a:lvl2pPr>
              <a:defRPr sz="2025" b="0">
                <a:solidFill>
                  <a:srgbClr val="163447"/>
                </a:solidFill>
                <a:latin typeface="DejaVu Sans"/>
                <a:ea typeface="DejaVu Sans"/>
                <a:cs typeface="DejaVu Sans"/>
              </a:defRPr>
            </a:lvl2pPr>
            <a:lvl3pPr>
              <a:defRPr sz="2025" b="0">
                <a:solidFill>
                  <a:srgbClr val="163447"/>
                </a:solidFill>
                <a:latin typeface="DejaVu Sans"/>
                <a:ea typeface="DejaVu Sans"/>
                <a:cs typeface="DejaVu Sans"/>
              </a:defRPr>
            </a:lvl3pPr>
            <a:lvl4pPr>
              <a:defRPr sz="2025" b="0">
                <a:solidFill>
                  <a:srgbClr val="163447"/>
                </a:solidFill>
                <a:latin typeface="DejaVu Sans"/>
                <a:ea typeface="DejaVu Sans"/>
                <a:cs typeface="DejaVu Sans"/>
              </a:defRPr>
            </a:lvl4pPr>
            <a:lvl5pPr>
              <a:defRPr sz="2025" b="0">
                <a:solidFill>
                  <a:srgbClr val="163447"/>
                </a:solidFill>
                <a:latin typeface="DejaVu Sans"/>
                <a:ea typeface="DejaVu Sans"/>
                <a:cs typeface="DejaVu Sans"/>
              </a:defRPr>
            </a:lvl5pPr>
            <a:lvl6pPr>
              <a:defRPr sz="2025" b="0">
                <a:solidFill>
                  <a:srgbClr val="163447"/>
                </a:solidFill>
                <a:latin typeface="DejaVu Sans"/>
                <a:ea typeface="DejaVu Sans"/>
                <a:cs typeface="DejaVu Sans"/>
              </a:defRPr>
            </a:lvl6pPr>
            <a:lvl7pPr>
              <a:defRPr sz="2025" b="0">
                <a:solidFill>
                  <a:srgbClr val="163447"/>
                </a:solidFill>
                <a:latin typeface="DejaVu Sans"/>
                <a:ea typeface="DejaVu Sans"/>
                <a:cs typeface="DejaVu Sans"/>
              </a:defRPr>
            </a:lvl7pPr>
            <a:lvl8pPr>
              <a:defRPr sz="2025" b="0">
                <a:solidFill>
                  <a:srgbClr val="163447"/>
                </a:solidFill>
                <a:latin typeface="DejaVu Sans"/>
                <a:ea typeface="DejaVu Sans"/>
                <a:cs typeface="DejaVu Sans"/>
              </a:defRPr>
            </a:lvl8pPr>
            <a:lvl9pPr>
              <a:defRPr sz="2025" b="0">
                <a:solidFill>
                  <a:srgbClr val="163447"/>
                </a:solidFill>
                <a:latin typeface="DejaVu Sans"/>
                <a:ea typeface="DejaVu Sans"/>
                <a:cs typeface="DejaVu Sans"/>
              </a:defRPr>
            </a:lvl9pPr>
          </a:lstStyle>
          <a:p xmlns:a="http://schemas.openxmlformats.org/drawingml/2006/main">
            <a:pPr>
              <a:defRPr sz="2025" b="0">
                <a:solidFill>
                  <a:srgbClr val="163447"/>
                </a:solidFill>
                <a:latin typeface="DejaVu Sans"/>
                <a:ea typeface="DejaVu Sans"/>
                <a:cs typeface="DejaVu Sans"/>
              </a:defRPr>
            </a:pPr>
            <a:r>
              <a:rPr sz="2025" b="0">
                <a:solidFill>
                  <a:srgbClr val="163447"/>
                </a:solidFill>
                <a:latin typeface="DejaVu Sans"/>
                <a:ea typeface="DejaVu Sans"/>
                <a:cs typeface="DejaVu Sans"/>
              </a:rPr>
              <a:t>La lista se genera sobre una copia. Al confirmar A02, se retira solo A02 con remove(objeto), O(q). A01 sigue en la cabecera.</a:t>
            </a:r>
          </a:p>
        </p:txBody>
      </p:sp>
    </p:spTree>
    <p:extLst>
      <p:ext uri="{BB962C8B-B14F-4D97-AF65-F5344CB8AC3E}">
        <p14:creationId xmlns:p14="http://schemas.microsoft.com/office/powerpoint/2010/main" val="193147850"/>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o-0">
            <a:extLst xmlns:a="http://schemas.openxmlformats.org/drawingml/2006/main">
              <a:ext uri="{FF2B5EF4-FFF2-40B4-BE49-F238E27FC236}">
                <a16:creationId xmlns:a16="http://schemas.microsoft.com/office/drawing/2014/main" id="{B38C129D-9481-462E-8368-9E964D3D67A2}"/>
              </a:ext>
            </a:extLst>
          </p:cNvPr>
          <p:cNvSpPr>
            <a:spLocks xmlns:a="http://schemas.openxmlformats.org/drawingml/2006/main" noGrp="1"/>
          </p:cNvSpPr>
          <p:nvPr/>
        </p:nvSpPr>
        <p:spPr>
          <a:xfrm xmlns:a="http://schemas.openxmlformats.org/drawingml/2006/main">
            <a:off x="609600" y="400050"/>
            <a:ext cx="109728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300" b="1">
                <a:solidFill>
                  <a:srgbClr val="163447"/>
                </a:solidFill>
                <a:latin typeface="DejaVu Sans"/>
                <a:ea typeface="DejaVu Sans"/>
                <a:cs typeface="DejaVu Sans"/>
              </a:defRPr>
            </a:defPPr>
            <a:lvl1pPr>
              <a:defRPr sz="3300" b="1">
                <a:solidFill>
                  <a:srgbClr val="163447"/>
                </a:solidFill>
                <a:latin typeface="DejaVu Sans"/>
                <a:ea typeface="DejaVu Sans"/>
                <a:cs typeface="DejaVu Sans"/>
              </a:defRPr>
            </a:lvl1pPr>
            <a:lvl2pPr>
              <a:defRPr sz="3300" b="1">
                <a:solidFill>
                  <a:srgbClr val="163447"/>
                </a:solidFill>
                <a:latin typeface="DejaVu Sans"/>
                <a:ea typeface="DejaVu Sans"/>
                <a:cs typeface="DejaVu Sans"/>
              </a:defRPr>
            </a:lvl2pPr>
            <a:lvl3pPr>
              <a:defRPr sz="3300" b="1">
                <a:solidFill>
                  <a:srgbClr val="163447"/>
                </a:solidFill>
                <a:latin typeface="DejaVu Sans"/>
                <a:ea typeface="DejaVu Sans"/>
                <a:cs typeface="DejaVu Sans"/>
              </a:defRPr>
            </a:lvl3pPr>
            <a:lvl4pPr>
              <a:defRPr sz="3300" b="1">
                <a:solidFill>
                  <a:srgbClr val="163447"/>
                </a:solidFill>
                <a:latin typeface="DejaVu Sans"/>
                <a:ea typeface="DejaVu Sans"/>
                <a:cs typeface="DejaVu Sans"/>
              </a:defRPr>
            </a:lvl4pPr>
            <a:lvl5pPr>
              <a:defRPr sz="3300" b="1">
                <a:solidFill>
                  <a:srgbClr val="163447"/>
                </a:solidFill>
                <a:latin typeface="DejaVu Sans"/>
                <a:ea typeface="DejaVu Sans"/>
                <a:cs typeface="DejaVu Sans"/>
              </a:defRPr>
            </a:lvl5pPr>
            <a:lvl6pPr>
              <a:defRPr sz="3300" b="1">
                <a:solidFill>
                  <a:srgbClr val="163447"/>
                </a:solidFill>
                <a:latin typeface="DejaVu Sans"/>
                <a:ea typeface="DejaVu Sans"/>
                <a:cs typeface="DejaVu Sans"/>
              </a:defRPr>
            </a:lvl6pPr>
            <a:lvl7pPr>
              <a:defRPr sz="3300" b="1">
                <a:solidFill>
                  <a:srgbClr val="163447"/>
                </a:solidFill>
                <a:latin typeface="DejaVu Sans"/>
                <a:ea typeface="DejaVu Sans"/>
                <a:cs typeface="DejaVu Sans"/>
              </a:defRPr>
            </a:lvl7pPr>
            <a:lvl8pPr>
              <a:defRPr sz="3300" b="1">
                <a:solidFill>
                  <a:srgbClr val="163447"/>
                </a:solidFill>
                <a:latin typeface="DejaVu Sans"/>
                <a:ea typeface="DejaVu Sans"/>
                <a:cs typeface="DejaVu Sans"/>
              </a:defRPr>
            </a:lvl8pPr>
            <a:lvl9pPr>
              <a:defRPr sz="3300" b="1">
                <a:solidFill>
                  <a:srgbClr val="163447"/>
                </a:solidFill>
                <a:latin typeface="DejaVu Sans"/>
                <a:ea typeface="DejaVu Sans"/>
                <a:cs typeface="DejaVu Sans"/>
              </a:defRPr>
            </a:lvl9pPr>
          </a:lstStyle>
          <a:p xmlns:a="http://schemas.openxmlformats.org/drawingml/2006/main">
            <a:pPr>
              <a:defRPr sz="3300" b="1">
                <a:solidFill>
                  <a:srgbClr val="163447"/>
                </a:solidFill>
                <a:latin typeface="DejaVu Sans"/>
                <a:ea typeface="DejaVu Sans"/>
                <a:cs typeface="DejaVu Sans"/>
              </a:defRPr>
            </a:pPr>
            <a:r>
              <a:rPr sz="3300" b="1">
                <a:solidFill>
                  <a:srgbClr val="163447"/>
                </a:solidFill>
                <a:latin typeface="DejaVu Sans"/>
                <a:ea typeface="DejaVu Sans"/>
                <a:cs typeface="DejaVu Sans"/>
              </a:rPr>
              <a:t>Plan preliminar de implementación</a:t>
            </a:r>
          </a:p>
        </p:txBody>
      </p:sp>
      <p:sp>
        <p:nvSpPr>
          <p:cNvPr id="2" name="texto-1">
            <a:extLst xmlns:a="http://schemas.openxmlformats.org/drawingml/2006/main">
              <a:ext uri="{FF2B5EF4-FFF2-40B4-BE49-F238E27FC236}">
                <a16:creationId xmlns:a16="http://schemas.microsoft.com/office/drawing/2014/main" id="{C7E1CBAE-4841-449F-B505-CEF8EE0DBFE2}"/>
              </a:ext>
            </a:extLst>
          </p:cNvPr>
          <p:cNvSpPr>
            <a:spLocks xmlns:a="http://schemas.openxmlformats.org/drawingml/2006/main" noGrp="1"/>
          </p:cNvSpPr>
          <p:nvPr/>
        </p:nvSpPr>
        <p:spPr>
          <a:xfrm xmlns:a="http://schemas.openxmlformats.org/drawingml/2006/main">
            <a:off x="609600" y="64960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125" b="0">
                <a:solidFill>
                  <a:srgbClr val="52636D"/>
                </a:solidFill>
                <a:latin typeface="DejaVu Sans"/>
                <a:ea typeface="DejaVu Sans"/>
                <a:cs typeface="DejaVu Sans"/>
              </a:defRPr>
            </a:defPPr>
            <a:lvl1pPr>
              <a:defRPr sz="1125" b="0">
                <a:solidFill>
                  <a:srgbClr val="52636D"/>
                </a:solidFill>
                <a:latin typeface="DejaVu Sans"/>
                <a:ea typeface="DejaVu Sans"/>
                <a:cs typeface="DejaVu Sans"/>
              </a:defRPr>
            </a:lvl1pPr>
            <a:lvl2pPr>
              <a:defRPr sz="1125" b="0">
                <a:solidFill>
                  <a:srgbClr val="52636D"/>
                </a:solidFill>
                <a:latin typeface="DejaVu Sans"/>
                <a:ea typeface="DejaVu Sans"/>
                <a:cs typeface="DejaVu Sans"/>
              </a:defRPr>
            </a:lvl2pPr>
            <a:lvl3pPr>
              <a:defRPr sz="1125" b="0">
                <a:solidFill>
                  <a:srgbClr val="52636D"/>
                </a:solidFill>
                <a:latin typeface="DejaVu Sans"/>
                <a:ea typeface="DejaVu Sans"/>
                <a:cs typeface="DejaVu Sans"/>
              </a:defRPr>
            </a:lvl3pPr>
            <a:lvl4pPr>
              <a:defRPr sz="1125" b="0">
                <a:solidFill>
                  <a:srgbClr val="52636D"/>
                </a:solidFill>
                <a:latin typeface="DejaVu Sans"/>
                <a:ea typeface="DejaVu Sans"/>
                <a:cs typeface="DejaVu Sans"/>
              </a:defRPr>
            </a:lvl4pPr>
            <a:lvl5pPr>
              <a:defRPr sz="1125" b="0">
                <a:solidFill>
                  <a:srgbClr val="52636D"/>
                </a:solidFill>
                <a:latin typeface="DejaVu Sans"/>
                <a:ea typeface="DejaVu Sans"/>
                <a:cs typeface="DejaVu Sans"/>
              </a:defRPr>
            </a:lvl5pPr>
            <a:lvl6pPr>
              <a:defRPr sz="1125" b="0">
                <a:solidFill>
                  <a:srgbClr val="52636D"/>
                </a:solidFill>
                <a:latin typeface="DejaVu Sans"/>
                <a:ea typeface="DejaVu Sans"/>
                <a:cs typeface="DejaVu Sans"/>
              </a:defRPr>
            </a:lvl6pPr>
            <a:lvl7pPr>
              <a:defRPr sz="1125" b="0">
                <a:solidFill>
                  <a:srgbClr val="52636D"/>
                </a:solidFill>
                <a:latin typeface="DejaVu Sans"/>
                <a:ea typeface="DejaVu Sans"/>
                <a:cs typeface="DejaVu Sans"/>
              </a:defRPr>
            </a:lvl7pPr>
            <a:lvl8pPr>
              <a:defRPr sz="1125" b="0">
                <a:solidFill>
                  <a:srgbClr val="52636D"/>
                </a:solidFill>
                <a:latin typeface="DejaVu Sans"/>
                <a:ea typeface="DejaVu Sans"/>
                <a:cs typeface="DejaVu Sans"/>
              </a:defRPr>
            </a:lvl8pPr>
            <a:lvl9pPr>
              <a:defRPr sz="1125" b="0">
                <a:solidFill>
                  <a:srgbClr val="52636D"/>
                </a:solidFill>
                <a:latin typeface="DejaVu Sans"/>
                <a:ea typeface="DejaVu Sans"/>
                <a:cs typeface="DejaVu Sans"/>
              </a:defRPr>
            </a:lvl9pPr>
          </a:lstStyle>
          <a:p xmlns:a="http://schemas.openxmlformats.org/drawingml/2006/main">
            <a:pPr>
              <a:defRPr sz="1125" b="0">
                <a:solidFill>
                  <a:srgbClr val="52636D"/>
                </a:solidFill>
                <a:latin typeface="DejaVu Sans"/>
                <a:ea typeface="DejaVu Sans"/>
                <a:cs typeface="DejaVu Sans"/>
              </a:defRPr>
            </a:pPr>
            <a:r>
              <a:rPr sz="1125" b="0">
                <a:solidFill>
                  <a:srgbClr val="52636D"/>
                </a:solidFill>
                <a:latin typeface="DejaVu Sans"/>
                <a:ea typeface="DejaVu Sans"/>
                <a:cs typeface="DejaVu Sans"/>
              </a:rPr>
              <a:t>Dizeo   Programación III   Progreso 1</a:t>
            </a:r>
          </a:p>
        </p:txBody>
      </p:sp>
      <p:sp>
        <p:nvSpPr>
          <p:cNvPr id="3" name="texto-2">
            <a:extLst xmlns:a="http://schemas.openxmlformats.org/drawingml/2006/main">
              <a:ext uri="{FF2B5EF4-FFF2-40B4-BE49-F238E27FC236}">
                <a16:creationId xmlns:a16="http://schemas.microsoft.com/office/drawing/2014/main" id="{34B4C0F5-A4C0-4622-9B4B-1E129CC87FC3}"/>
              </a:ext>
            </a:extLst>
          </p:cNvPr>
          <p:cNvSpPr>
            <a:spLocks xmlns:a="http://schemas.openxmlformats.org/drawingml/2006/main" noGrp="1"/>
          </p:cNvSpPr>
          <p:nvPr/>
        </p:nvSpPr>
        <p:spPr>
          <a:xfrm xmlns:a="http://schemas.openxmlformats.org/drawingml/2006/main">
            <a:off x="11239500" y="649605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125" b="0">
                <a:solidFill>
                  <a:srgbClr val="52636D"/>
                </a:solidFill>
                <a:latin typeface="DejaVu Sans"/>
                <a:ea typeface="DejaVu Sans"/>
                <a:cs typeface="DejaVu Sans"/>
              </a:defRPr>
            </a:defPPr>
            <a:lvl1pPr>
              <a:defRPr sz="1125" b="0">
                <a:solidFill>
                  <a:srgbClr val="52636D"/>
                </a:solidFill>
                <a:latin typeface="DejaVu Sans"/>
                <a:ea typeface="DejaVu Sans"/>
                <a:cs typeface="DejaVu Sans"/>
              </a:defRPr>
            </a:lvl1pPr>
            <a:lvl2pPr>
              <a:defRPr sz="1125" b="0">
                <a:solidFill>
                  <a:srgbClr val="52636D"/>
                </a:solidFill>
                <a:latin typeface="DejaVu Sans"/>
                <a:ea typeface="DejaVu Sans"/>
                <a:cs typeface="DejaVu Sans"/>
              </a:defRPr>
            </a:lvl2pPr>
            <a:lvl3pPr>
              <a:defRPr sz="1125" b="0">
                <a:solidFill>
                  <a:srgbClr val="52636D"/>
                </a:solidFill>
                <a:latin typeface="DejaVu Sans"/>
                <a:ea typeface="DejaVu Sans"/>
                <a:cs typeface="DejaVu Sans"/>
              </a:defRPr>
            </a:lvl3pPr>
            <a:lvl4pPr>
              <a:defRPr sz="1125" b="0">
                <a:solidFill>
                  <a:srgbClr val="52636D"/>
                </a:solidFill>
                <a:latin typeface="DejaVu Sans"/>
                <a:ea typeface="DejaVu Sans"/>
                <a:cs typeface="DejaVu Sans"/>
              </a:defRPr>
            </a:lvl4pPr>
            <a:lvl5pPr>
              <a:defRPr sz="1125" b="0">
                <a:solidFill>
                  <a:srgbClr val="52636D"/>
                </a:solidFill>
                <a:latin typeface="DejaVu Sans"/>
                <a:ea typeface="DejaVu Sans"/>
                <a:cs typeface="DejaVu Sans"/>
              </a:defRPr>
            </a:lvl5pPr>
            <a:lvl6pPr>
              <a:defRPr sz="1125" b="0">
                <a:solidFill>
                  <a:srgbClr val="52636D"/>
                </a:solidFill>
                <a:latin typeface="DejaVu Sans"/>
                <a:ea typeface="DejaVu Sans"/>
                <a:cs typeface="DejaVu Sans"/>
              </a:defRPr>
            </a:lvl6pPr>
            <a:lvl7pPr>
              <a:defRPr sz="1125" b="0">
                <a:solidFill>
                  <a:srgbClr val="52636D"/>
                </a:solidFill>
                <a:latin typeface="DejaVu Sans"/>
                <a:ea typeface="DejaVu Sans"/>
                <a:cs typeface="DejaVu Sans"/>
              </a:defRPr>
            </a:lvl7pPr>
            <a:lvl8pPr>
              <a:defRPr sz="1125" b="0">
                <a:solidFill>
                  <a:srgbClr val="52636D"/>
                </a:solidFill>
                <a:latin typeface="DejaVu Sans"/>
                <a:ea typeface="DejaVu Sans"/>
                <a:cs typeface="DejaVu Sans"/>
              </a:defRPr>
            </a:lvl8pPr>
            <a:lvl9pPr>
              <a:defRPr sz="1125" b="0">
                <a:solidFill>
                  <a:srgbClr val="52636D"/>
                </a:solidFill>
                <a:latin typeface="DejaVu Sans"/>
                <a:ea typeface="DejaVu Sans"/>
                <a:cs typeface="DejaVu Sans"/>
              </a:defRPr>
            </a:lvl9pPr>
          </a:lstStyle>
          <a:p xmlns:a="http://schemas.openxmlformats.org/drawingml/2006/main">
            <a:pPr>
              <a:defRPr sz="1125" b="0">
                <a:solidFill>
                  <a:srgbClr val="52636D"/>
                </a:solidFill>
                <a:latin typeface="DejaVu Sans"/>
                <a:ea typeface="DejaVu Sans"/>
                <a:cs typeface="DejaVu Sans"/>
              </a:defRPr>
            </a:pPr>
            <a:r>
              <a:rPr sz="1125" b="0">
                <a:solidFill>
                  <a:srgbClr val="52636D"/>
                </a:solidFill>
                <a:latin typeface="DejaVu Sans"/>
                <a:ea typeface="DejaVu Sans"/>
                <a:cs typeface="DejaVu Sans"/>
              </a:rPr>
              <a:t>10</a:t>
            </a:r>
          </a:p>
        </p:txBody>
      </p:sp>
      <p:graphicFrame>
        <p:nvGraphicFramePr>
          <p:cNvPr id="4" name="">
            <a:extLst xmlns:a="http://schemas.openxmlformats.org/drawingml/2006/main">
              <a:ext uri="{FF2B5EF4-FFF2-40B4-BE49-F238E27FC236}">
                <a16:creationId xmlns:a16="http://schemas.microsoft.com/office/drawing/2014/main" id="{38A85044-B094-42F9-84A7-C21C73FBBBC6}"/>
              </a:ext>
            </a:extLst>
          </p:cNvPr>
          <p:cNvGraphicFramePr/>
          <p:nvPr/>
        </p:nvGraphicFramePr>
        <p:xfrm>
          <a:off xmlns:a="http://schemas.openxmlformats.org/drawingml/2006/main" x="609600" y="1381125"/>
          <a:ext xmlns:a="http://schemas.openxmlformats.org/drawingml/2006/main" cx="10972800" cy="2571750"/>
        </p:xfrm>
        <a:graphic xmlns:a="http://schemas.openxmlformats.org/drawingml/2006/main">
          <a:graphicData uri="http://schemas.openxmlformats.org/drawingml/2006/table">
            <a:tbl>
              <a:tblPr/>
              <a:tblGrid>
                <a:gridCol w="3524250"/>
                <a:gridCol w="7448550"/>
              </a:tblGrid>
              <a:tr h="642938">
                <a:tc>
                  <a:txBody>
                    <a:bodyPr wrap="square" lIns="123825" tIns="85725" rIns="123825" bIns="85725">
                      <a:noAutofit/>
                    </a:bodyPr>
                    <a:lstStyle/>
                    <a:p>
                      <a:r>
                        <a:rPr sz="1875" b="1">
                          <a:solidFill>
                            <a:srgbClr val="FFFFFF"/>
                          </a:solidFill>
                          <a:latin typeface="DejaVu Sans"/>
                          <a:ea typeface="DejaVu Sans"/>
                          <a:cs typeface="DejaVu Sans"/>
                        </a:rPr>
                        <a:t>Integrante</a:t>
                      </a:r>
                    </a:p>
                  </a:txBody>
                  <a:tcPr marL="91440" marR="91440" marT="45720" marB="45720" anchor="ctr">
                    <a:lnL w="9525">
                      <a:solidFill>
                        <a:srgbClr val="B9CCD1"/>
                      </a:solidFill>
                      <a:prstDash val="solid"/>
                    </a:lnL>
                    <a:lnR w="9525">
                      <a:solidFill>
                        <a:srgbClr val="B9CCD1"/>
                      </a:solidFill>
                      <a:prstDash val="solid"/>
                    </a:lnR>
                    <a:lnT w="9525">
                      <a:solidFill>
                        <a:srgbClr val="B9CCD1"/>
                      </a:solidFill>
                      <a:prstDash val="solid"/>
                    </a:lnT>
                    <a:lnB w="9525">
                      <a:solidFill>
                        <a:srgbClr val="B9CCD1"/>
                      </a:solidFill>
                      <a:prstDash val="solid"/>
                    </a:lnB>
                    <a:solidFill>
                      <a:srgbClr val="163447"/>
                    </a:solidFill>
                  </a:tcPr>
                </a:tc>
                <a:tc>
                  <a:txBody>
                    <a:bodyPr wrap="square" lIns="123825" tIns="85725" rIns="123825" bIns="85725">
                      <a:noAutofit/>
                    </a:bodyPr>
                    <a:lstStyle/>
                    <a:p>
                      <a:r>
                        <a:rPr sz="1875" b="1">
                          <a:solidFill>
                            <a:srgbClr val="FFFFFF"/>
                          </a:solidFill>
                          <a:latin typeface="DejaVu Sans"/>
                          <a:ea typeface="DejaVu Sans"/>
                          <a:cs typeface="DejaVu Sans"/>
                        </a:rPr>
                        <a:t>Módulos y componentes</a:t>
                      </a:r>
                    </a:p>
                  </a:txBody>
                  <a:tcPr marL="91440" marR="91440" marT="45720" marB="45720" anchor="ctr">
                    <a:lnR w="9525">
                      <a:solidFill>
                        <a:srgbClr val="B9CCD1"/>
                      </a:solidFill>
                      <a:prstDash val="solid"/>
                    </a:lnR>
                    <a:lnT w="9525">
                      <a:solidFill>
                        <a:srgbClr val="B9CCD1"/>
                      </a:solidFill>
                      <a:prstDash val="solid"/>
                    </a:lnT>
                    <a:lnB w="9525">
                      <a:solidFill>
                        <a:srgbClr val="B9CCD1"/>
                      </a:solidFill>
                      <a:prstDash val="solid"/>
                    </a:lnB>
                    <a:solidFill>
                      <a:srgbClr val="163447"/>
                    </a:solidFill>
                  </a:tcPr>
                </a:tc>
              </a:tr>
              <a:tr h="642938">
                <a:tc>
                  <a:txBody>
                    <a:bodyPr wrap="square" lIns="123825" tIns="85725" rIns="123825" bIns="85725">
                      <a:noAutofit/>
                    </a:bodyPr>
                    <a:lstStyle/>
                    <a:p>
                      <a:r>
                        <a:rPr sz="1875" b="0">
                          <a:solidFill>
                            <a:srgbClr val="163447"/>
                          </a:solidFill>
                          <a:latin typeface="DejaVu Sans"/>
                          <a:ea typeface="DejaVu Sans"/>
                          <a:cs typeface="DejaVu Sans"/>
                        </a:rPr>
                        <a:t>Daniel Valarezo</a:t>
                      </a:r>
                    </a:p>
                  </a:txBody>
                  <a:tcPr marL="91440" marR="91440" marT="45720" marB="45720" anchor="ctr">
                    <a:lnL w="9525">
                      <a:solidFill>
                        <a:srgbClr val="B9CCD1"/>
                      </a:solidFill>
                      <a:prstDash val="solid"/>
                    </a:lnL>
                    <a:lnR w="9525">
                      <a:solidFill>
                        <a:srgbClr val="B9CCD1"/>
                      </a:solidFill>
                      <a:prstDash val="solid"/>
                    </a:lnR>
                    <a:lnB w="9525">
                      <a:solidFill>
                        <a:srgbClr val="B9CCD1"/>
                      </a:solidFill>
                      <a:prstDash val="solid"/>
                    </a:lnB>
                    <a:solidFill>
                      <a:srgbClr val="FFFFFF"/>
                    </a:solidFill>
                  </a:tcPr>
                </a:tc>
                <a:tc>
                  <a:txBody>
                    <a:bodyPr wrap="square" lIns="123825" tIns="85725" rIns="123825" bIns="85725">
                      <a:noAutofit/>
                    </a:bodyPr>
                    <a:lstStyle/>
                    <a:p>
                      <a:r>
                        <a:rPr sz="1875" b="0">
                          <a:solidFill>
                            <a:srgbClr val="163447"/>
                          </a:solidFill>
                          <a:latin typeface="DejaVu Sans"/>
                          <a:ea typeface="DejaVu Sans"/>
                          <a:cs typeface="DejaVu Sans"/>
                        </a:rPr>
                        <a:t>Obras y Seguimiento. Problema y documentación.</a:t>
                      </a:r>
                    </a:p>
                  </a:txBody>
                  <a:tcPr marL="91440" marR="91440" marT="45720" marB="45720" anchor="ctr">
                    <a:lnR w="9525">
                      <a:solidFill>
                        <a:srgbClr val="B9CCD1"/>
                      </a:solidFill>
                      <a:prstDash val="solid"/>
                    </a:lnR>
                    <a:lnB w="9525">
                      <a:solidFill>
                        <a:srgbClr val="B9CCD1"/>
                      </a:solidFill>
                      <a:prstDash val="solid"/>
                    </a:lnB>
                    <a:solidFill>
                      <a:srgbClr val="FFFFFF"/>
                    </a:solidFill>
                  </a:tcPr>
                </a:tc>
              </a:tr>
              <a:tr h="642938">
                <a:tc>
                  <a:txBody>
                    <a:bodyPr wrap="square" lIns="123825" tIns="85725" rIns="123825" bIns="85725">
                      <a:noAutofit/>
                    </a:bodyPr>
                    <a:lstStyle/>
                    <a:p>
                      <a:r>
                        <a:rPr sz="1875" b="0">
                          <a:solidFill>
                            <a:srgbClr val="163447"/>
                          </a:solidFill>
                          <a:latin typeface="DejaVu Sans"/>
                          <a:ea typeface="DejaVu Sans"/>
                          <a:cs typeface="DejaVu Sans"/>
                        </a:rPr>
                        <a:t>Esteban Figueroa</a:t>
                      </a:r>
                    </a:p>
                  </a:txBody>
                  <a:tcPr marL="91440" marR="91440" marT="45720" marB="45720" anchor="ctr">
                    <a:lnL w="9525">
                      <a:solidFill>
                        <a:srgbClr val="B9CCD1"/>
                      </a:solidFill>
                      <a:prstDash val="solid"/>
                    </a:lnL>
                    <a:lnR w="9525">
                      <a:solidFill>
                        <a:srgbClr val="B9CCD1"/>
                      </a:solidFill>
                      <a:prstDash val="solid"/>
                    </a:lnR>
                    <a:lnB w="9525">
                      <a:solidFill>
                        <a:srgbClr val="B9CCD1"/>
                      </a:solidFill>
                      <a:prstDash val="solid"/>
                    </a:lnB>
                    <a:solidFill>
                      <a:srgbClr val="EDF4F5"/>
                    </a:solidFill>
                  </a:tcPr>
                </a:tc>
                <a:tc>
                  <a:txBody>
                    <a:bodyPr wrap="square" lIns="123825" tIns="85725" rIns="123825" bIns="85725">
                      <a:noAutofit/>
                    </a:bodyPr>
                    <a:lstStyle/>
                    <a:p>
                      <a:r>
                        <a:rPr sz="1875" b="0">
                          <a:solidFill>
                            <a:srgbClr val="163447"/>
                          </a:solidFill>
                          <a:latin typeface="DejaVu Sans"/>
                          <a:ea typeface="DejaVu Sans"/>
                          <a:cs typeface="DejaVu Sans"/>
                        </a:rPr>
                        <a:t>Trabajadores y Asignación. Disponibilidad y horarios.</a:t>
                      </a:r>
                    </a:p>
                  </a:txBody>
                  <a:tcPr marL="91440" marR="91440" marT="45720" marB="45720" anchor="ctr">
                    <a:lnR w="9525">
                      <a:solidFill>
                        <a:srgbClr val="B9CCD1"/>
                      </a:solidFill>
                      <a:prstDash val="solid"/>
                    </a:lnR>
                    <a:lnB w="9525">
                      <a:solidFill>
                        <a:srgbClr val="B9CCD1"/>
                      </a:solidFill>
                      <a:prstDash val="solid"/>
                    </a:lnB>
                    <a:solidFill>
                      <a:srgbClr val="EDF4F5"/>
                    </a:solidFill>
                  </a:tcPr>
                </a:tc>
              </a:tr>
              <a:tr h="642938">
                <a:tc>
                  <a:txBody>
                    <a:bodyPr wrap="square" lIns="123825" tIns="85725" rIns="123825" bIns="85725">
                      <a:noAutofit/>
                    </a:bodyPr>
                    <a:lstStyle/>
                    <a:p>
                      <a:r>
                        <a:rPr sz="1875" b="0">
                          <a:solidFill>
                            <a:srgbClr val="163447"/>
                          </a:solidFill>
                          <a:latin typeface="DejaVu Sans"/>
                          <a:ea typeface="DejaVu Sans"/>
                          <a:cs typeface="DejaVu Sans"/>
                        </a:rPr>
                        <a:t>Julián Jiménez</a:t>
                      </a:r>
                    </a:p>
                  </a:txBody>
                  <a:tcPr marL="91440" marR="91440" marT="45720" marB="45720" anchor="ctr">
                    <a:lnL w="9525">
                      <a:solidFill>
                        <a:srgbClr val="B9CCD1"/>
                      </a:solidFill>
                      <a:prstDash val="solid"/>
                    </a:lnL>
                    <a:lnR w="9525">
                      <a:solidFill>
                        <a:srgbClr val="B9CCD1"/>
                      </a:solidFill>
                      <a:prstDash val="solid"/>
                    </a:lnR>
                    <a:lnB w="9525">
                      <a:solidFill>
                        <a:srgbClr val="B9CCD1"/>
                      </a:solidFill>
                      <a:prstDash val="solid"/>
                    </a:lnB>
                    <a:solidFill>
                      <a:srgbClr val="FFFFFF"/>
                    </a:solidFill>
                  </a:tcPr>
                </a:tc>
                <a:tc>
                  <a:txBody>
                    <a:bodyPr wrap="square" lIns="123825" tIns="85725" rIns="123825" bIns="85725">
                      <a:noAutofit/>
                    </a:bodyPr>
                    <a:lstStyle/>
                    <a:p>
                      <a:r>
                        <a:rPr sz="1875" b="0">
                          <a:solidFill>
                            <a:srgbClr val="163447"/>
                          </a:solidFill>
                          <a:latin typeface="DejaVu Sans"/>
                          <a:ea typeface="DejaVu Sans"/>
                          <a:cs typeface="DejaVu Sans"/>
                        </a:rPr>
                        <a:t>Actividades y GestorPrioridades. Comparador, cola y UML.</a:t>
                      </a:r>
                    </a:p>
                  </a:txBody>
                  <a:tcPr marL="91440" marR="91440" marT="45720" marB="45720" anchor="ctr">
                    <a:lnR w="9525">
                      <a:solidFill>
                        <a:srgbClr val="B9CCD1"/>
                      </a:solidFill>
                      <a:prstDash val="solid"/>
                    </a:lnR>
                    <a:lnB w="9525">
                      <a:solidFill>
                        <a:srgbClr val="B9CCD1"/>
                      </a:solidFill>
                      <a:prstDash val="solid"/>
                    </a:lnB>
                    <a:solidFill>
                      <a:srgbClr val="FFFFFF"/>
                    </a:solidFill>
                  </a:tcPr>
                </a:tc>
              </a:tr>
            </a:tbl>
          </a:graphicData>
        </a:graphic>
      </p:graphicFrame>
      <p:sp>
        <p:nvSpPr>
          <p:cNvPr id="5" name="texto-3">
            <a:extLst xmlns:a="http://schemas.openxmlformats.org/drawingml/2006/main">
              <a:ext uri="{FF2B5EF4-FFF2-40B4-BE49-F238E27FC236}">
                <a16:creationId xmlns:a16="http://schemas.microsoft.com/office/drawing/2014/main" id="{0DDFEF08-730D-4CAD-98A0-ADAC17003820}"/>
              </a:ext>
            </a:extLst>
          </p:cNvPr>
          <p:cNvSpPr>
            <a:spLocks xmlns:a="http://schemas.openxmlformats.org/drawingml/2006/main" noGrp="1"/>
          </p:cNvSpPr>
          <p:nvPr/>
        </p:nvSpPr>
        <p:spPr>
          <a:xfrm xmlns:a="http://schemas.openxmlformats.org/drawingml/2006/main">
            <a:off x="609600" y="4333875"/>
            <a:ext cx="2571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100" b="1">
                <a:solidFill>
                  <a:srgbClr val="007D87"/>
                </a:solidFill>
                <a:latin typeface="DejaVu Sans"/>
                <a:ea typeface="DejaVu Sans"/>
                <a:cs typeface="DejaVu Sans"/>
              </a:defRPr>
            </a:defPPr>
            <a:lvl1pPr>
              <a:defRPr sz="2100" b="1">
                <a:solidFill>
                  <a:srgbClr val="007D87"/>
                </a:solidFill>
                <a:latin typeface="DejaVu Sans"/>
                <a:ea typeface="DejaVu Sans"/>
                <a:cs typeface="DejaVu Sans"/>
              </a:defRPr>
            </a:lvl1pPr>
            <a:lvl2pPr>
              <a:defRPr sz="2100" b="1">
                <a:solidFill>
                  <a:srgbClr val="007D87"/>
                </a:solidFill>
                <a:latin typeface="DejaVu Sans"/>
                <a:ea typeface="DejaVu Sans"/>
                <a:cs typeface="DejaVu Sans"/>
              </a:defRPr>
            </a:lvl2pPr>
            <a:lvl3pPr>
              <a:defRPr sz="2100" b="1">
                <a:solidFill>
                  <a:srgbClr val="007D87"/>
                </a:solidFill>
                <a:latin typeface="DejaVu Sans"/>
                <a:ea typeface="DejaVu Sans"/>
                <a:cs typeface="DejaVu Sans"/>
              </a:defRPr>
            </a:lvl3pPr>
            <a:lvl4pPr>
              <a:defRPr sz="2100" b="1">
                <a:solidFill>
                  <a:srgbClr val="007D87"/>
                </a:solidFill>
                <a:latin typeface="DejaVu Sans"/>
                <a:ea typeface="DejaVu Sans"/>
                <a:cs typeface="DejaVu Sans"/>
              </a:defRPr>
            </a:lvl4pPr>
            <a:lvl5pPr>
              <a:defRPr sz="2100" b="1">
                <a:solidFill>
                  <a:srgbClr val="007D87"/>
                </a:solidFill>
                <a:latin typeface="DejaVu Sans"/>
                <a:ea typeface="DejaVu Sans"/>
                <a:cs typeface="DejaVu Sans"/>
              </a:defRPr>
            </a:lvl5pPr>
            <a:lvl6pPr>
              <a:defRPr sz="2100" b="1">
                <a:solidFill>
                  <a:srgbClr val="007D87"/>
                </a:solidFill>
                <a:latin typeface="DejaVu Sans"/>
                <a:ea typeface="DejaVu Sans"/>
                <a:cs typeface="DejaVu Sans"/>
              </a:defRPr>
            </a:lvl6pPr>
            <a:lvl7pPr>
              <a:defRPr sz="2100" b="1">
                <a:solidFill>
                  <a:srgbClr val="007D87"/>
                </a:solidFill>
                <a:latin typeface="DejaVu Sans"/>
                <a:ea typeface="DejaVu Sans"/>
                <a:cs typeface="DejaVu Sans"/>
              </a:defRPr>
            </a:lvl7pPr>
            <a:lvl8pPr>
              <a:defRPr sz="2100" b="1">
                <a:solidFill>
                  <a:srgbClr val="007D87"/>
                </a:solidFill>
                <a:latin typeface="DejaVu Sans"/>
                <a:ea typeface="DejaVu Sans"/>
                <a:cs typeface="DejaVu Sans"/>
              </a:defRPr>
            </a:lvl8pPr>
            <a:lvl9pPr>
              <a:defRPr sz="2100" b="1">
                <a:solidFill>
                  <a:srgbClr val="007D87"/>
                </a:solidFill>
                <a:latin typeface="DejaVu Sans"/>
                <a:ea typeface="DejaVu Sans"/>
                <a:cs typeface="DejaVu Sans"/>
              </a:defRPr>
            </a:lvl9pPr>
          </a:lstStyle>
          <a:p xmlns:a="http://schemas.openxmlformats.org/drawingml/2006/main">
            <a:pPr>
              <a:defRPr sz="2100" b="1">
                <a:solidFill>
                  <a:srgbClr val="007D87"/>
                </a:solidFill>
                <a:latin typeface="DejaVu Sans"/>
                <a:ea typeface="DejaVu Sans"/>
                <a:cs typeface="DejaVu Sans"/>
              </a:defRPr>
            </a:pPr>
            <a:r>
              <a:rPr sz="2100" b="1">
                <a:solidFill>
                  <a:srgbClr val="007D87"/>
                </a:solidFill>
                <a:latin typeface="DejaVu Sans"/>
                <a:ea typeface="DejaVu Sans"/>
                <a:cs typeface="DejaVu Sans"/>
              </a:rPr>
              <a:t>Repositorio</a:t>
            </a:r>
          </a:p>
        </p:txBody>
      </p:sp>
      <p:sp>
        <p:nvSpPr>
          <p:cNvPr id="6" name="texto-4">
            <a:extLst xmlns:a="http://schemas.openxmlformats.org/drawingml/2006/main">
              <a:ext uri="{FF2B5EF4-FFF2-40B4-BE49-F238E27FC236}">
                <a16:creationId xmlns:a16="http://schemas.microsoft.com/office/drawing/2014/main" id="{EC54C732-BE89-4C5D-885A-EC43870B3D03}"/>
              </a:ext>
            </a:extLst>
          </p:cNvPr>
          <p:cNvSpPr>
            <a:spLocks xmlns:a="http://schemas.openxmlformats.org/drawingml/2006/main" noGrp="1"/>
          </p:cNvSpPr>
          <p:nvPr/>
        </p:nvSpPr>
        <p:spPr>
          <a:xfrm xmlns:a="http://schemas.openxmlformats.org/drawingml/2006/main">
            <a:off x="3476625" y="4333875"/>
            <a:ext cx="8048625"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950" b="0">
                <a:solidFill>
                  <a:srgbClr val="163447"/>
                </a:solidFill>
                <a:latin typeface="DejaVu Sans"/>
                <a:ea typeface="DejaVu Sans"/>
                <a:cs typeface="DejaVu Sans"/>
              </a:defRPr>
            </a:defPPr>
            <a:lvl1pPr>
              <a:defRPr sz="1950" b="0">
                <a:solidFill>
                  <a:srgbClr val="163447"/>
                </a:solidFill>
                <a:latin typeface="DejaVu Sans"/>
                <a:ea typeface="DejaVu Sans"/>
                <a:cs typeface="DejaVu Sans"/>
              </a:defRPr>
            </a:lvl1pPr>
            <a:lvl2pPr>
              <a:defRPr sz="1950" b="0">
                <a:solidFill>
                  <a:srgbClr val="163447"/>
                </a:solidFill>
                <a:latin typeface="DejaVu Sans"/>
                <a:ea typeface="DejaVu Sans"/>
                <a:cs typeface="DejaVu Sans"/>
              </a:defRPr>
            </a:lvl2pPr>
            <a:lvl3pPr>
              <a:defRPr sz="1950" b="0">
                <a:solidFill>
                  <a:srgbClr val="163447"/>
                </a:solidFill>
                <a:latin typeface="DejaVu Sans"/>
                <a:ea typeface="DejaVu Sans"/>
                <a:cs typeface="DejaVu Sans"/>
              </a:defRPr>
            </a:lvl3pPr>
            <a:lvl4pPr>
              <a:defRPr sz="1950" b="0">
                <a:solidFill>
                  <a:srgbClr val="163447"/>
                </a:solidFill>
                <a:latin typeface="DejaVu Sans"/>
                <a:ea typeface="DejaVu Sans"/>
                <a:cs typeface="DejaVu Sans"/>
              </a:defRPr>
            </a:lvl4pPr>
            <a:lvl5pPr>
              <a:defRPr sz="1950" b="0">
                <a:solidFill>
                  <a:srgbClr val="163447"/>
                </a:solidFill>
                <a:latin typeface="DejaVu Sans"/>
                <a:ea typeface="DejaVu Sans"/>
                <a:cs typeface="DejaVu Sans"/>
              </a:defRPr>
            </a:lvl5pPr>
            <a:lvl6pPr>
              <a:defRPr sz="1950" b="0">
                <a:solidFill>
                  <a:srgbClr val="163447"/>
                </a:solidFill>
                <a:latin typeface="DejaVu Sans"/>
                <a:ea typeface="DejaVu Sans"/>
                <a:cs typeface="DejaVu Sans"/>
              </a:defRPr>
            </a:lvl6pPr>
            <a:lvl7pPr>
              <a:defRPr sz="1950" b="0">
                <a:solidFill>
                  <a:srgbClr val="163447"/>
                </a:solidFill>
                <a:latin typeface="DejaVu Sans"/>
                <a:ea typeface="DejaVu Sans"/>
                <a:cs typeface="DejaVu Sans"/>
              </a:defRPr>
            </a:lvl7pPr>
            <a:lvl8pPr>
              <a:defRPr sz="1950" b="0">
                <a:solidFill>
                  <a:srgbClr val="163447"/>
                </a:solidFill>
                <a:latin typeface="DejaVu Sans"/>
                <a:ea typeface="DejaVu Sans"/>
                <a:cs typeface="DejaVu Sans"/>
              </a:defRPr>
            </a:lvl8pPr>
            <a:lvl9pPr>
              <a:defRPr sz="1950" b="0">
                <a:solidFill>
                  <a:srgbClr val="163447"/>
                </a:solidFill>
                <a:latin typeface="DejaVu Sans"/>
                <a:ea typeface="DejaVu Sans"/>
                <a:cs typeface="DejaVu Sans"/>
              </a:defRPr>
            </a:lvl9pPr>
          </a:lstStyle>
          <a:p xmlns:a="http://schemas.openxmlformats.org/drawingml/2006/main">
            <a:pPr>
              <a:defRPr sz="1950" b="0">
                <a:solidFill>
                  <a:srgbClr val="163447"/>
                </a:solidFill>
                <a:latin typeface="DejaVu Sans"/>
                <a:ea typeface="DejaVu Sans"/>
                <a:cs typeface="DejaVu Sans"/>
              </a:defRPr>
            </a:pPr>
            <a:r>
              <a:rPr sz="1950" b="0">
                <a:solidFill>
                  <a:srgbClr val="163447"/>
                </a:solidFill>
                <a:latin typeface="DejaVu Sans"/>
                <a:ea typeface="DejaVu Sans"/>
                <a:cs typeface="DejaVu Sans"/>
              </a:rPr>
              <a:t>README.md y docs: informe, presentación, UML y observaciones docentes.</a:t>
            </a:r>
          </a:p>
        </p:txBody>
      </p:sp>
      <p:sp>
        <p:nvSpPr>
          <p:cNvPr id="7" name="texto-5">
            <a:extLst xmlns:a="http://schemas.openxmlformats.org/drawingml/2006/main">
              <a:ext uri="{FF2B5EF4-FFF2-40B4-BE49-F238E27FC236}">
                <a16:creationId xmlns:a16="http://schemas.microsoft.com/office/drawing/2014/main" id="{C0DF8A6D-8133-4D51-A647-25267EBA64E9}"/>
              </a:ext>
            </a:extLst>
          </p:cNvPr>
          <p:cNvSpPr>
            <a:spLocks xmlns:a="http://schemas.openxmlformats.org/drawingml/2006/main" noGrp="1"/>
          </p:cNvSpPr>
          <p:nvPr/>
        </p:nvSpPr>
        <p:spPr>
          <a:xfrm xmlns:a="http://schemas.openxmlformats.org/drawingml/2006/main">
            <a:off x="609600" y="5238750"/>
            <a:ext cx="2571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100" b="1">
                <a:solidFill>
                  <a:srgbClr val="007D87"/>
                </a:solidFill>
                <a:latin typeface="DejaVu Sans"/>
                <a:ea typeface="DejaVu Sans"/>
                <a:cs typeface="DejaVu Sans"/>
              </a:defRPr>
            </a:defPPr>
            <a:lvl1pPr>
              <a:defRPr sz="2100" b="1">
                <a:solidFill>
                  <a:srgbClr val="007D87"/>
                </a:solidFill>
                <a:latin typeface="DejaVu Sans"/>
                <a:ea typeface="DejaVu Sans"/>
                <a:cs typeface="DejaVu Sans"/>
              </a:defRPr>
            </a:lvl1pPr>
            <a:lvl2pPr>
              <a:defRPr sz="2100" b="1">
                <a:solidFill>
                  <a:srgbClr val="007D87"/>
                </a:solidFill>
                <a:latin typeface="DejaVu Sans"/>
                <a:ea typeface="DejaVu Sans"/>
                <a:cs typeface="DejaVu Sans"/>
              </a:defRPr>
            </a:lvl2pPr>
            <a:lvl3pPr>
              <a:defRPr sz="2100" b="1">
                <a:solidFill>
                  <a:srgbClr val="007D87"/>
                </a:solidFill>
                <a:latin typeface="DejaVu Sans"/>
                <a:ea typeface="DejaVu Sans"/>
                <a:cs typeface="DejaVu Sans"/>
              </a:defRPr>
            </a:lvl3pPr>
            <a:lvl4pPr>
              <a:defRPr sz="2100" b="1">
                <a:solidFill>
                  <a:srgbClr val="007D87"/>
                </a:solidFill>
                <a:latin typeface="DejaVu Sans"/>
                <a:ea typeface="DejaVu Sans"/>
                <a:cs typeface="DejaVu Sans"/>
              </a:defRPr>
            </a:lvl4pPr>
            <a:lvl5pPr>
              <a:defRPr sz="2100" b="1">
                <a:solidFill>
                  <a:srgbClr val="007D87"/>
                </a:solidFill>
                <a:latin typeface="DejaVu Sans"/>
                <a:ea typeface="DejaVu Sans"/>
                <a:cs typeface="DejaVu Sans"/>
              </a:defRPr>
            </a:lvl5pPr>
            <a:lvl6pPr>
              <a:defRPr sz="2100" b="1">
                <a:solidFill>
                  <a:srgbClr val="007D87"/>
                </a:solidFill>
                <a:latin typeface="DejaVu Sans"/>
                <a:ea typeface="DejaVu Sans"/>
                <a:cs typeface="DejaVu Sans"/>
              </a:defRPr>
            </a:lvl6pPr>
            <a:lvl7pPr>
              <a:defRPr sz="2100" b="1">
                <a:solidFill>
                  <a:srgbClr val="007D87"/>
                </a:solidFill>
                <a:latin typeface="DejaVu Sans"/>
                <a:ea typeface="DejaVu Sans"/>
                <a:cs typeface="DejaVu Sans"/>
              </a:defRPr>
            </a:lvl7pPr>
            <a:lvl8pPr>
              <a:defRPr sz="2100" b="1">
                <a:solidFill>
                  <a:srgbClr val="007D87"/>
                </a:solidFill>
                <a:latin typeface="DejaVu Sans"/>
                <a:ea typeface="DejaVu Sans"/>
                <a:cs typeface="DejaVu Sans"/>
              </a:defRPr>
            </a:lvl8pPr>
            <a:lvl9pPr>
              <a:defRPr sz="2100" b="1">
                <a:solidFill>
                  <a:srgbClr val="007D87"/>
                </a:solidFill>
                <a:latin typeface="DejaVu Sans"/>
                <a:ea typeface="DejaVu Sans"/>
                <a:cs typeface="DejaVu Sans"/>
              </a:defRPr>
            </a:lvl9pPr>
          </a:lstStyle>
          <a:p xmlns:a="http://schemas.openxmlformats.org/drawingml/2006/main">
            <a:pPr>
              <a:defRPr sz="2100" b="1">
                <a:solidFill>
                  <a:srgbClr val="007D87"/>
                </a:solidFill>
                <a:latin typeface="DejaVu Sans"/>
                <a:ea typeface="DejaVu Sans"/>
                <a:cs typeface="DejaVu Sans"/>
              </a:defRPr>
            </a:pPr>
            <a:r>
              <a:rPr sz="2100" b="1">
                <a:solidFill>
                  <a:srgbClr val="007D87"/>
                </a:solidFill>
                <a:latin typeface="DejaVu Sans"/>
                <a:ea typeface="DejaVu Sans"/>
                <a:cs typeface="DejaVu Sans"/>
              </a:rPr>
              <a:t>Riesgos y mitigación</a:t>
            </a:r>
          </a:p>
        </p:txBody>
      </p:sp>
      <p:sp>
        <p:nvSpPr>
          <p:cNvPr id="8" name="texto-6">
            <a:extLst xmlns:a="http://schemas.openxmlformats.org/drawingml/2006/main">
              <a:ext uri="{FF2B5EF4-FFF2-40B4-BE49-F238E27FC236}">
                <a16:creationId xmlns:a16="http://schemas.microsoft.com/office/drawing/2014/main" id="{0EC2F150-C827-4234-911D-672D59FA87BF}"/>
              </a:ext>
            </a:extLst>
          </p:cNvPr>
          <p:cNvSpPr>
            <a:spLocks xmlns:a="http://schemas.openxmlformats.org/drawingml/2006/main" noGrp="1"/>
          </p:cNvSpPr>
          <p:nvPr/>
        </p:nvSpPr>
        <p:spPr>
          <a:xfrm xmlns:a="http://schemas.openxmlformats.org/drawingml/2006/main">
            <a:off x="3476625" y="5238750"/>
            <a:ext cx="8048625"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875" b="0">
                <a:solidFill>
                  <a:srgbClr val="163447"/>
                </a:solidFill>
                <a:latin typeface="DejaVu Sans"/>
                <a:ea typeface="DejaVu Sans"/>
                <a:cs typeface="DejaVu Sans"/>
              </a:defRPr>
            </a:defPPr>
            <a:lvl1pPr>
              <a:defRPr sz="1875" b="0">
                <a:solidFill>
                  <a:srgbClr val="163447"/>
                </a:solidFill>
                <a:latin typeface="DejaVu Sans"/>
                <a:ea typeface="DejaVu Sans"/>
                <a:cs typeface="DejaVu Sans"/>
              </a:defRPr>
            </a:lvl1pPr>
            <a:lvl2pPr>
              <a:defRPr sz="1875" b="0">
                <a:solidFill>
                  <a:srgbClr val="163447"/>
                </a:solidFill>
                <a:latin typeface="DejaVu Sans"/>
                <a:ea typeface="DejaVu Sans"/>
                <a:cs typeface="DejaVu Sans"/>
              </a:defRPr>
            </a:lvl2pPr>
            <a:lvl3pPr>
              <a:defRPr sz="1875" b="0">
                <a:solidFill>
                  <a:srgbClr val="163447"/>
                </a:solidFill>
                <a:latin typeface="DejaVu Sans"/>
                <a:ea typeface="DejaVu Sans"/>
                <a:cs typeface="DejaVu Sans"/>
              </a:defRPr>
            </a:lvl3pPr>
            <a:lvl4pPr>
              <a:defRPr sz="1875" b="0">
                <a:solidFill>
                  <a:srgbClr val="163447"/>
                </a:solidFill>
                <a:latin typeface="DejaVu Sans"/>
                <a:ea typeface="DejaVu Sans"/>
                <a:cs typeface="DejaVu Sans"/>
              </a:defRPr>
            </a:lvl4pPr>
            <a:lvl5pPr>
              <a:defRPr sz="1875" b="0">
                <a:solidFill>
                  <a:srgbClr val="163447"/>
                </a:solidFill>
                <a:latin typeface="DejaVu Sans"/>
                <a:ea typeface="DejaVu Sans"/>
                <a:cs typeface="DejaVu Sans"/>
              </a:defRPr>
            </a:lvl5pPr>
            <a:lvl6pPr>
              <a:defRPr sz="1875" b="0">
                <a:solidFill>
                  <a:srgbClr val="163447"/>
                </a:solidFill>
                <a:latin typeface="DejaVu Sans"/>
                <a:ea typeface="DejaVu Sans"/>
                <a:cs typeface="DejaVu Sans"/>
              </a:defRPr>
            </a:lvl6pPr>
            <a:lvl7pPr>
              <a:defRPr sz="1875" b="0">
                <a:solidFill>
                  <a:srgbClr val="163447"/>
                </a:solidFill>
                <a:latin typeface="DejaVu Sans"/>
                <a:ea typeface="DejaVu Sans"/>
                <a:cs typeface="DejaVu Sans"/>
              </a:defRPr>
            </a:lvl7pPr>
            <a:lvl8pPr>
              <a:defRPr sz="1875" b="0">
                <a:solidFill>
                  <a:srgbClr val="163447"/>
                </a:solidFill>
                <a:latin typeface="DejaVu Sans"/>
                <a:ea typeface="DejaVu Sans"/>
                <a:cs typeface="DejaVu Sans"/>
              </a:defRPr>
            </a:lvl8pPr>
            <a:lvl9pPr>
              <a:defRPr sz="1875" b="0">
                <a:solidFill>
                  <a:srgbClr val="163447"/>
                </a:solidFill>
                <a:latin typeface="DejaVu Sans"/>
                <a:ea typeface="DejaVu Sans"/>
                <a:cs typeface="DejaVu Sans"/>
              </a:defRPr>
            </a:lvl9pPr>
          </a:lstStyle>
          <a:p xmlns:a="http://schemas.openxmlformats.org/drawingml/2006/main">
            <a:pPr>
              <a:defRPr sz="1875" b="0">
                <a:solidFill>
                  <a:srgbClr val="163447"/>
                </a:solidFill>
                <a:latin typeface="DejaVu Sans"/>
                <a:ea typeface="DejaVu Sans"/>
                <a:cs typeface="DejaVu Sans"/>
              </a:defRPr>
            </a:pPr>
            <a:r>
              <a:rPr sz="1875" b="0">
                <a:solidFill>
                  <a:srgbClr val="163447"/>
                </a:solidFill>
                <a:latin typeface="DejaVu Sans"/>
                <a:ea typeface="DejaVu Sans"/>
                <a:cs typeface="DejaVu Sans"/>
              </a:rPr>
              <a:t>Cruces: validar horarios. Empates: comparador único.</a:t>
            </a:r>
          </a:p>
          <a:p xmlns:a="http://schemas.openxmlformats.org/drawingml/2006/main">
            <a:pPr>
              <a:defRPr sz="1875" b="0">
                <a:solidFill>
                  <a:srgbClr val="163447"/>
                </a:solidFill>
                <a:latin typeface="DejaVu Sans"/>
                <a:ea typeface="DejaVu Sans"/>
                <a:cs typeface="DejaVu Sans"/>
              </a:defRPr>
            </a:pPr>
            <a:r>
              <a:rPr sz="1875" b="0">
                <a:solidFill>
                  <a:srgbClr val="163447"/>
                </a:solidFill>
                <a:latin typeface="DejaVu Sans"/>
                <a:ea typeface="DejaVu Sans"/>
                <a:cs typeface="DejaVu Sans"/>
              </a:rPr>
              <a:t>Cola desactualizada: usar GestorPrioridades.</a:t>
            </a:r>
          </a:p>
          <a:p xmlns:a="http://schemas.openxmlformats.org/drawingml/2006/main">
            <a:pPr>
              <a:defRPr sz="1875" b="0">
                <a:solidFill>
                  <a:srgbClr val="163447"/>
                </a:solidFill>
                <a:latin typeface="DejaVu Sans"/>
                <a:ea typeface="DejaVu Sans"/>
                <a:cs typeface="DejaVu Sans"/>
              </a:defRPr>
            </a:pPr>
            <a:r>
              <a:rPr sz="1875" b="0">
                <a:solidFill>
                  <a:srgbClr val="163447"/>
                </a:solidFill>
                <a:latin typeface="DejaVu Sans"/>
                <a:ea typeface="DejaVu Sans"/>
                <a:cs typeface="DejaVu Sans"/>
              </a:rPr>
              <a:t>Datos incorrectos: validar códigos y rangos.</a:t>
            </a:r>
          </a:p>
        </p:txBody>
      </p:sp>
    </p:spTree>
    <p:extLst>
      <p:ext uri="{BB962C8B-B14F-4D97-AF65-F5344CB8AC3E}">
        <p14:creationId xmlns:p14="http://schemas.microsoft.com/office/powerpoint/2010/main" val="83195255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2026-10-19T00:38:47.6030000Z</dcterms:created>
  <dcterms:modified xsi:type="dcterms:W3CDTF">2026-10-19T00:38:47.6030000Z</dcterms:modified>
</coreProperties>
</file>